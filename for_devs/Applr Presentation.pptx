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FFCAA1-1FAA-4349-B296-5E3975CC2F61}" v="363" dt="2025-07-17T18:42:43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eron McClellan" userId="3f787cd3b23a3302" providerId="LiveId" clId="{43FFCAA1-1FAA-4349-B296-5E3975CC2F61}"/>
    <pc:docChg chg="undo custSel addSld modSld">
      <pc:chgData name="Cameron McClellan" userId="3f787cd3b23a3302" providerId="LiveId" clId="{43FFCAA1-1FAA-4349-B296-5E3975CC2F61}" dt="2025-07-17T19:40:51.417" v="4635" actId="20577"/>
      <pc:docMkLst>
        <pc:docMk/>
      </pc:docMkLst>
      <pc:sldChg chg="addSp delSp modSp new mod setBg modClrScheme delDesignElem chgLayout">
        <pc:chgData name="Cameron McClellan" userId="3f787cd3b23a3302" providerId="LiveId" clId="{43FFCAA1-1FAA-4349-B296-5E3975CC2F61}" dt="2025-07-17T19:40:51.417" v="4635" actId="20577"/>
        <pc:sldMkLst>
          <pc:docMk/>
          <pc:sldMk cId="1918370078" sldId="256"/>
        </pc:sldMkLst>
        <pc:spChg chg="add mod ord">
          <ac:chgData name="Cameron McClellan" userId="3f787cd3b23a3302" providerId="LiveId" clId="{43FFCAA1-1FAA-4349-B296-5E3975CC2F61}" dt="2025-07-17T19:40:51.417" v="4635" actId="20577"/>
          <ac:spMkLst>
            <pc:docMk/>
            <pc:sldMk cId="1918370078" sldId="256"/>
            <ac:spMk id="8" creationId="{229EF0BC-2FAD-7940-E115-9FBDCA9B5C2B}"/>
          </ac:spMkLst>
        </pc:spChg>
        <pc:spChg chg="add mod ord">
          <ac:chgData name="Cameron McClellan" userId="3f787cd3b23a3302" providerId="LiveId" clId="{43FFCAA1-1FAA-4349-B296-5E3975CC2F61}" dt="2025-07-15T19:53:28.063" v="3404" actId="1076"/>
          <ac:spMkLst>
            <pc:docMk/>
            <pc:sldMk cId="1918370078" sldId="256"/>
            <ac:spMk id="9" creationId="{52FBDC5E-F4E6-B9DB-7349-D4B66029B5F9}"/>
          </ac:spMkLst>
        </pc:spChg>
        <pc:picChg chg="add mod ord">
          <ac:chgData name="Cameron McClellan" userId="3f787cd3b23a3302" providerId="LiveId" clId="{43FFCAA1-1FAA-4349-B296-5E3975CC2F61}" dt="2025-07-17T19:40:05.877" v="4622" actId="1076"/>
          <ac:picMkLst>
            <pc:docMk/>
            <pc:sldMk cId="1918370078" sldId="256"/>
            <ac:picMk id="5" creationId="{7C83B7CE-8D79-DC7C-02E7-A9618944C0FC}"/>
          </ac:picMkLst>
        </pc:picChg>
      </pc:sldChg>
      <pc:sldChg chg="addSp delSp modSp new mod setBg modAnim setClrOvrMap">
        <pc:chgData name="Cameron McClellan" userId="3f787cd3b23a3302" providerId="LiveId" clId="{43FFCAA1-1FAA-4349-B296-5E3975CC2F61}" dt="2025-07-15T19:53:54.685" v="3406" actId="403"/>
        <pc:sldMkLst>
          <pc:docMk/>
          <pc:sldMk cId="634374734" sldId="257"/>
        </pc:sldMkLst>
        <pc:spChg chg="mod">
          <ac:chgData name="Cameron McClellan" userId="3f787cd3b23a3302" providerId="LiveId" clId="{43FFCAA1-1FAA-4349-B296-5E3975CC2F61}" dt="2025-07-14T20:33:03.005" v="1035" actId="26606"/>
          <ac:spMkLst>
            <pc:docMk/>
            <pc:sldMk cId="634374734" sldId="257"/>
            <ac:spMk id="2" creationId="{41BC9448-1804-BD35-4C7F-D5F4064BC952}"/>
          </ac:spMkLst>
        </pc:spChg>
        <pc:spChg chg="mod">
          <ac:chgData name="Cameron McClellan" userId="3f787cd3b23a3302" providerId="LiveId" clId="{43FFCAA1-1FAA-4349-B296-5E3975CC2F61}" dt="2025-07-15T19:53:54.685" v="3406" actId="403"/>
          <ac:spMkLst>
            <pc:docMk/>
            <pc:sldMk cId="634374734" sldId="257"/>
            <ac:spMk id="3" creationId="{47FCEBC1-D0A8-7F0B-C216-DC2722FCF6E0}"/>
          </ac:spMkLst>
        </pc:spChg>
        <pc:spChg chg="add">
          <ac:chgData name="Cameron McClellan" userId="3f787cd3b23a3302" providerId="LiveId" clId="{43FFCAA1-1FAA-4349-B296-5E3975CC2F61}" dt="2025-07-14T20:33:03.005" v="1035" actId="26606"/>
          <ac:spMkLst>
            <pc:docMk/>
            <pc:sldMk cId="634374734" sldId="257"/>
            <ac:spMk id="34" creationId="{603AE127-802C-459A-A612-DB85B67F0DC0}"/>
          </ac:spMkLst>
        </pc:spChg>
        <pc:spChg chg="add">
          <ac:chgData name="Cameron McClellan" userId="3f787cd3b23a3302" providerId="LiveId" clId="{43FFCAA1-1FAA-4349-B296-5E3975CC2F61}" dt="2025-07-14T20:33:03.005" v="1035" actId="26606"/>
          <ac:spMkLst>
            <pc:docMk/>
            <pc:sldMk cId="634374734" sldId="257"/>
            <ac:spMk id="37" creationId="{F10FD715-4DCE-4779-B634-EC78315EA213}"/>
          </ac:spMkLst>
        </pc:spChg>
      </pc:sldChg>
      <pc:sldChg chg="addSp delSp modSp new mod setBg modClrScheme addAnim chgLayout">
        <pc:chgData name="Cameron McClellan" userId="3f787cd3b23a3302" providerId="LiveId" clId="{43FFCAA1-1FAA-4349-B296-5E3975CC2F61}" dt="2025-07-14T20:31:39.467" v="1028"/>
        <pc:sldMkLst>
          <pc:docMk/>
          <pc:sldMk cId="2478662046" sldId="258"/>
        </pc:sldMkLst>
        <pc:spChg chg="add mod ord">
          <ac:chgData name="Cameron McClellan" userId="3f787cd3b23a3302" providerId="LiveId" clId="{43FFCAA1-1FAA-4349-B296-5E3975CC2F61}" dt="2025-07-14T20:31:39.454" v="1027" actId="26606"/>
          <ac:spMkLst>
            <pc:docMk/>
            <pc:sldMk cId="2478662046" sldId="258"/>
            <ac:spMk id="4" creationId="{783EFBC9-264D-7153-4CC5-A0D4A01F7B6E}"/>
          </ac:spMkLst>
        </pc:spChg>
        <pc:spChg chg="add">
          <ac:chgData name="Cameron McClellan" userId="3f787cd3b23a3302" providerId="LiveId" clId="{43FFCAA1-1FAA-4349-B296-5E3975CC2F61}" dt="2025-07-14T20:31:39.454" v="1027" actId="26606"/>
          <ac:spMkLst>
            <pc:docMk/>
            <pc:sldMk cId="2478662046" sldId="258"/>
            <ac:spMk id="26" creationId="{66D61E08-70C3-48D8-BEA0-787111DC30DA}"/>
          </ac:spMkLst>
        </pc:spChg>
        <pc:spChg chg="add">
          <ac:chgData name="Cameron McClellan" userId="3f787cd3b23a3302" providerId="LiveId" clId="{43FFCAA1-1FAA-4349-B296-5E3975CC2F61}" dt="2025-07-14T20:31:39.454" v="1027" actId="26606"/>
          <ac:spMkLst>
            <pc:docMk/>
            <pc:sldMk cId="2478662046" sldId="258"/>
            <ac:spMk id="28" creationId="{FC55298F-0AE5-478E-AD2B-03C2614C5833}"/>
          </ac:spMkLst>
        </pc:spChg>
        <pc:spChg chg="add">
          <ac:chgData name="Cameron McClellan" userId="3f787cd3b23a3302" providerId="LiveId" clId="{43FFCAA1-1FAA-4349-B296-5E3975CC2F61}" dt="2025-07-14T20:31:39.454" v="1027" actId="26606"/>
          <ac:spMkLst>
            <pc:docMk/>
            <pc:sldMk cId="2478662046" sldId="258"/>
            <ac:spMk id="30" creationId="{C180E4EA-0B63-4779-A895-7E90E71088F3}"/>
          </ac:spMkLst>
        </pc:spChg>
        <pc:spChg chg="add">
          <ac:chgData name="Cameron McClellan" userId="3f787cd3b23a3302" providerId="LiveId" clId="{43FFCAA1-1FAA-4349-B296-5E3975CC2F61}" dt="2025-07-14T20:31:39.454" v="1027" actId="26606"/>
          <ac:spMkLst>
            <pc:docMk/>
            <pc:sldMk cId="2478662046" sldId="258"/>
            <ac:spMk id="32" creationId="{CEE01D9D-3DE8-4EED-B0D3-8F3C79CC7673}"/>
          </ac:spMkLst>
        </pc:spChg>
        <pc:spChg chg="add">
          <ac:chgData name="Cameron McClellan" userId="3f787cd3b23a3302" providerId="LiveId" clId="{43FFCAA1-1FAA-4349-B296-5E3975CC2F61}" dt="2025-07-14T20:31:39.454" v="1027" actId="26606"/>
          <ac:spMkLst>
            <pc:docMk/>
            <pc:sldMk cId="2478662046" sldId="258"/>
            <ac:spMk id="34" creationId="{89AF5CE9-607F-43F4-8983-DCD6DA4051FD}"/>
          </ac:spMkLst>
        </pc:spChg>
        <pc:spChg chg="add">
          <ac:chgData name="Cameron McClellan" userId="3f787cd3b23a3302" providerId="LiveId" clId="{43FFCAA1-1FAA-4349-B296-5E3975CC2F61}" dt="2025-07-14T20:31:39.454" v="1027" actId="26606"/>
          <ac:spMkLst>
            <pc:docMk/>
            <pc:sldMk cId="2478662046" sldId="258"/>
            <ac:spMk id="36" creationId="{6EEA2DBD-9E1E-4521-8C01-F32AD18A89E3}"/>
          </ac:spMkLst>
        </pc:spChg>
        <pc:spChg chg="add">
          <ac:chgData name="Cameron McClellan" userId="3f787cd3b23a3302" providerId="LiveId" clId="{43FFCAA1-1FAA-4349-B296-5E3975CC2F61}" dt="2025-07-14T20:31:39.454" v="1027" actId="26606"/>
          <ac:spMkLst>
            <pc:docMk/>
            <pc:sldMk cId="2478662046" sldId="258"/>
            <ac:spMk id="38" creationId="{15BBD2C1-BA9B-46A9-A27A-33498B169272}"/>
          </ac:spMkLst>
        </pc:spChg>
        <pc:grpChg chg="add">
          <ac:chgData name="Cameron McClellan" userId="3f787cd3b23a3302" providerId="LiveId" clId="{43FFCAA1-1FAA-4349-B296-5E3975CC2F61}" dt="2025-07-14T20:31:39.454" v="1027" actId="26606"/>
          <ac:grpSpMkLst>
            <pc:docMk/>
            <pc:sldMk cId="2478662046" sldId="258"/>
            <ac:grpSpMk id="10" creationId="{88C9B83F-64CD-41C1-925F-A08801FFD0BD}"/>
          </ac:grpSpMkLst>
        </pc:grpChg>
        <pc:picChg chg="add">
          <ac:chgData name="Cameron McClellan" userId="3f787cd3b23a3302" providerId="LiveId" clId="{43FFCAA1-1FAA-4349-B296-5E3975CC2F61}" dt="2025-07-14T20:31:39.454" v="1027" actId="26606"/>
          <ac:picMkLst>
            <pc:docMk/>
            <pc:sldMk cId="2478662046" sldId="258"/>
            <ac:picMk id="6" creationId="{920C66F1-CCF6-7C97-2245-B2D0D41DEE34}"/>
          </ac:picMkLst>
        </pc:picChg>
      </pc:sldChg>
      <pc:sldChg chg="addSp modSp new mod modClrScheme modAnim chgLayout">
        <pc:chgData name="Cameron McClellan" userId="3f787cd3b23a3302" providerId="LiveId" clId="{43FFCAA1-1FAA-4349-B296-5E3975CC2F61}" dt="2025-07-14T20:34:57.473" v="1051"/>
        <pc:sldMkLst>
          <pc:docMk/>
          <pc:sldMk cId="838597144" sldId="259"/>
        </pc:sldMkLst>
        <pc:spChg chg="mod ord">
          <ac:chgData name="Cameron McClellan" userId="3f787cd3b23a3302" providerId="LiveId" clId="{43FFCAA1-1FAA-4349-B296-5E3975CC2F61}" dt="2025-07-14T19:51:03.538" v="810" actId="20577"/>
          <ac:spMkLst>
            <pc:docMk/>
            <pc:sldMk cId="838597144" sldId="259"/>
            <ac:spMk id="2" creationId="{8EB94FBB-E70D-CE01-FCCD-11E6603FBB38}"/>
          </ac:spMkLst>
        </pc:spChg>
        <pc:spChg chg="add mod ord">
          <ac:chgData name="Cameron McClellan" userId="3f787cd3b23a3302" providerId="LiveId" clId="{43FFCAA1-1FAA-4349-B296-5E3975CC2F61}" dt="2025-07-14T20:10:25.467" v="849" actId="20577"/>
          <ac:spMkLst>
            <pc:docMk/>
            <pc:sldMk cId="838597144" sldId="259"/>
            <ac:spMk id="3" creationId="{971812B2-9A30-BDB9-54CE-511CC24D28F1}"/>
          </ac:spMkLst>
        </pc:spChg>
        <pc:spChg chg="add mod">
          <ac:chgData name="Cameron McClellan" userId="3f787cd3b23a3302" providerId="LiveId" clId="{43FFCAA1-1FAA-4349-B296-5E3975CC2F61}" dt="2025-07-14T20:10:33.627" v="850" actId="1076"/>
          <ac:spMkLst>
            <pc:docMk/>
            <pc:sldMk cId="838597144" sldId="259"/>
            <ac:spMk id="4" creationId="{73411BED-1455-ED46-99E3-561023332D7D}"/>
          </ac:spMkLst>
        </pc:spChg>
        <pc:spChg chg="add mod">
          <ac:chgData name="Cameron McClellan" userId="3f787cd3b23a3302" providerId="LiveId" clId="{43FFCAA1-1FAA-4349-B296-5E3975CC2F61}" dt="2025-07-14T20:11:14.596" v="859" actId="1076"/>
          <ac:spMkLst>
            <pc:docMk/>
            <pc:sldMk cId="838597144" sldId="259"/>
            <ac:spMk id="7" creationId="{16910A1D-2661-78E4-149D-25D066D91276}"/>
          </ac:spMkLst>
        </pc:spChg>
        <pc:picChg chg="add mod">
          <ac:chgData name="Cameron McClellan" userId="3f787cd3b23a3302" providerId="LiveId" clId="{43FFCAA1-1FAA-4349-B296-5E3975CC2F61}" dt="2025-07-14T20:12:11.798" v="868" actId="208"/>
          <ac:picMkLst>
            <pc:docMk/>
            <pc:sldMk cId="838597144" sldId="259"/>
            <ac:picMk id="6" creationId="{4A6031E1-F7CD-522E-15E6-5FBB30C05E94}"/>
          </ac:picMkLst>
        </pc:picChg>
        <pc:picChg chg="add mod">
          <ac:chgData name="Cameron McClellan" userId="3f787cd3b23a3302" providerId="LiveId" clId="{43FFCAA1-1FAA-4349-B296-5E3975CC2F61}" dt="2025-07-14T20:12:15.670" v="869" actId="208"/>
          <ac:picMkLst>
            <pc:docMk/>
            <pc:sldMk cId="838597144" sldId="259"/>
            <ac:picMk id="9" creationId="{23FE0C46-DC4E-0708-2A35-930F65254196}"/>
          </ac:picMkLst>
        </pc:picChg>
      </pc:sldChg>
      <pc:sldChg chg="addSp modSp new mod modAnim">
        <pc:chgData name="Cameron McClellan" userId="3f787cd3b23a3302" providerId="LiveId" clId="{43FFCAA1-1FAA-4349-B296-5E3975CC2F61}" dt="2025-07-14T20:35:27.367" v="1054"/>
        <pc:sldMkLst>
          <pc:docMk/>
          <pc:sldMk cId="1918018176" sldId="260"/>
        </pc:sldMkLst>
        <pc:spChg chg="mod">
          <ac:chgData name="Cameron McClellan" userId="3f787cd3b23a3302" providerId="LiveId" clId="{43FFCAA1-1FAA-4349-B296-5E3975CC2F61}" dt="2025-07-14T20:25:39.661" v="891" actId="14100"/>
          <ac:spMkLst>
            <pc:docMk/>
            <pc:sldMk cId="1918018176" sldId="260"/>
            <ac:spMk id="2" creationId="{884C1571-40EE-F03D-FB67-A93706F3A5D1}"/>
          </ac:spMkLst>
        </pc:spChg>
        <pc:spChg chg="mod">
          <ac:chgData name="Cameron McClellan" userId="3f787cd3b23a3302" providerId="LiveId" clId="{43FFCAA1-1FAA-4349-B296-5E3975CC2F61}" dt="2025-07-14T20:26:06.858" v="950" actId="1076"/>
          <ac:spMkLst>
            <pc:docMk/>
            <pc:sldMk cId="1918018176" sldId="260"/>
            <ac:spMk id="3" creationId="{9AD09797-5C1B-BBDA-BBCE-E8910D6CA168}"/>
          </ac:spMkLst>
        </pc:spChg>
        <pc:spChg chg="add mod">
          <ac:chgData name="Cameron McClellan" userId="3f787cd3b23a3302" providerId="LiveId" clId="{43FFCAA1-1FAA-4349-B296-5E3975CC2F61}" dt="2025-07-14T20:29:18.537" v="1004" actId="1076"/>
          <ac:spMkLst>
            <pc:docMk/>
            <pc:sldMk cId="1918018176" sldId="260"/>
            <ac:spMk id="8" creationId="{01008F4E-ED34-5158-8E30-18320B2CFAC5}"/>
          </ac:spMkLst>
        </pc:spChg>
        <pc:spChg chg="add mod">
          <ac:chgData name="Cameron McClellan" userId="3f787cd3b23a3302" providerId="LiveId" clId="{43FFCAA1-1FAA-4349-B296-5E3975CC2F61}" dt="2025-07-14T20:30:39.417" v="1022" actId="403"/>
          <ac:spMkLst>
            <pc:docMk/>
            <pc:sldMk cId="1918018176" sldId="260"/>
            <ac:spMk id="9" creationId="{2219CFA0-9AFE-F9D6-BD60-DE64C9628B7B}"/>
          </ac:spMkLst>
        </pc:spChg>
        <pc:picChg chg="add mod">
          <ac:chgData name="Cameron McClellan" userId="3f787cd3b23a3302" providerId="LiveId" clId="{43FFCAA1-1FAA-4349-B296-5E3975CC2F61}" dt="2025-07-14T20:30:51.516" v="1024" actId="208"/>
          <ac:picMkLst>
            <pc:docMk/>
            <pc:sldMk cId="1918018176" sldId="260"/>
            <ac:picMk id="5" creationId="{BA922298-22E1-05BA-E8D5-E084877DBFF3}"/>
          </ac:picMkLst>
        </pc:picChg>
        <pc:picChg chg="add mod">
          <ac:chgData name="Cameron McClellan" userId="3f787cd3b23a3302" providerId="LiveId" clId="{43FFCAA1-1FAA-4349-B296-5E3975CC2F61}" dt="2025-07-14T20:30:49.337" v="1023" actId="208"/>
          <ac:picMkLst>
            <pc:docMk/>
            <pc:sldMk cId="1918018176" sldId="260"/>
            <ac:picMk id="7" creationId="{E9C44B2B-4C5B-360E-1E89-00EED011A31E}"/>
          </ac:picMkLst>
        </pc:picChg>
        <pc:picChg chg="add mod">
          <ac:chgData name="Cameron McClellan" userId="3f787cd3b23a3302" providerId="LiveId" clId="{43FFCAA1-1FAA-4349-B296-5E3975CC2F61}" dt="2025-07-14T20:30:56.914" v="1026" actId="208"/>
          <ac:picMkLst>
            <pc:docMk/>
            <pc:sldMk cId="1918018176" sldId="260"/>
            <ac:picMk id="11" creationId="{F131C1DF-36F8-DD78-CFAC-D4F8CA4E6C27}"/>
          </ac:picMkLst>
        </pc:picChg>
        <pc:picChg chg="add mod modCrop">
          <ac:chgData name="Cameron McClellan" userId="3f787cd3b23a3302" providerId="LiveId" clId="{43FFCAA1-1FAA-4349-B296-5E3975CC2F61}" dt="2025-07-14T20:30:54.339" v="1025" actId="208"/>
          <ac:picMkLst>
            <pc:docMk/>
            <pc:sldMk cId="1918018176" sldId="260"/>
            <ac:picMk id="13" creationId="{FA6C708A-95AB-3ED1-0C57-557AA0B1CCD3}"/>
          </ac:picMkLst>
        </pc:picChg>
      </pc:sldChg>
      <pc:sldChg chg="addSp modSp new mod modAnim">
        <pc:chgData name="Cameron McClellan" userId="3f787cd3b23a3302" providerId="LiveId" clId="{43FFCAA1-1FAA-4349-B296-5E3975CC2F61}" dt="2025-07-15T18:46:12.336" v="1981" actId="1076"/>
        <pc:sldMkLst>
          <pc:docMk/>
          <pc:sldMk cId="3037700942" sldId="261"/>
        </pc:sldMkLst>
        <pc:spChg chg="mod">
          <ac:chgData name="Cameron McClellan" userId="3f787cd3b23a3302" providerId="LiveId" clId="{43FFCAA1-1FAA-4349-B296-5E3975CC2F61}" dt="2025-07-14T23:57:49.067" v="1253" actId="1036"/>
          <ac:spMkLst>
            <pc:docMk/>
            <pc:sldMk cId="3037700942" sldId="261"/>
            <ac:spMk id="2" creationId="{C10A7A72-408C-D69E-8C34-D7F42AD714AE}"/>
          </ac:spMkLst>
        </pc:spChg>
        <pc:spChg chg="mod">
          <ac:chgData name="Cameron McClellan" userId="3f787cd3b23a3302" providerId="LiveId" clId="{43FFCAA1-1FAA-4349-B296-5E3975CC2F61}" dt="2025-07-14T23:57:54.049" v="1265" actId="1036"/>
          <ac:spMkLst>
            <pc:docMk/>
            <pc:sldMk cId="3037700942" sldId="261"/>
            <ac:spMk id="3" creationId="{921B3B4D-8D37-E1B5-0550-7ABCF54B1F71}"/>
          </ac:spMkLst>
        </pc:spChg>
        <pc:spChg chg="add mod">
          <ac:chgData name="Cameron McClellan" userId="3f787cd3b23a3302" providerId="LiveId" clId="{43FFCAA1-1FAA-4349-B296-5E3975CC2F61}" dt="2025-07-15T00:08:17.419" v="1288" actId="14100"/>
          <ac:spMkLst>
            <pc:docMk/>
            <pc:sldMk cId="3037700942" sldId="261"/>
            <ac:spMk id="8" creationId="{640D78F7-2623-291C-A81C-5051A34470A6}"/>
          </ac:spMkLst>
        </pc:spChg>
        <pc:spChg chg="add mod">
          <ac:chgData name="Cameron McClellan" userId="3f787cd3b23a3302" providerId="LiveId" clId="{43FFCAA1-1FAA-4349-B296-5E3975CC2F61}" dt="2025-07-15T00:08:22.554" v="1290" actId="403"/>
          <ac:spMkLst>
            <pc:docMk/>
            <pc:sldMk cId="3037700942" sldId="261"/>
            <ac:spMk id="13" creationId="{805B4BDB-A32C-A769-F757-D2059FDC2F44}"/>
          </ac:spMkLst>
        </pc:spChg>
        <pc:picChg chg="add mod">
          <ac:chgData name="Cameron McClellan" userId="3f787cd3b23a3302" providerId="LiveId" clId="{43FFCAA1-1FAA-4349-B296-5E3975CC2F61}" dt="2025-07-15T00:08:51.236" v="1293" actId="208"/>
          <ac:picMkLst>
            <pc:docMk/>
            <pc:sldMk cId="3037700942" sldId="261"/>
            <ac:picMk id="5" creationId="{C4B3D677-47DE-15D4-37BD-4908DDAE5EC5}"/>
          </ac:picMkLst>
        </pc:picChg>
        <pc:picChg chg="add mod modCrop">
          <ac:chgData name="Cameron McClellan" userId="3f787cd3b23a3302" providerId="LiveId" clId="{43FFCAA1-1FAA-4349-B296-5E3975CC2F61}" dt="2025-07-15T00:09:07.619" v="1298" actId="1076"/>
          <ac:picMkLst>
            <pc:docMk/>
            <pc:sldMk cId="3037700942" sldId="261"/>
            <ac:picMk id="7" creationId="{5658CC6B-1ACD-0D0E-E1FB-0112E59F9034}"/>
          </ac:picMkLst>
        </pc:picChg>
        <pc:picChg chg="add mod">
          <ac:chgData name="Cameron McClellan" userId="3f787cd3b23a3302" providerId="LiveId" clId="{43FFCAA1-1FAA-4349-B296-5E3975CC2F61}" dt="2025-07-15T00:09:17.832" v="1300" actId="1076"/>
          <ac:picMkLst>
            <pc:docMk/>
            <pc:sldMk cId="3037700942" sldId="261"/>
            <ac:picMk id="10" creationId="{E4F22417-B977-1E9A-F31E-69FEC3E8A60E}"/>
          </ac:picMkLst>
        </pc:picChg>
        <pc:picChg chg="add mod modCrop">
          <ac:chgData name="Cameron McClellan" userId="3f787cd3b23a3302" providerId="LiveId" clId="{43FFCAA1-1FAA-4349-B296-5E3975CC2F61}" dt="2025-07-15T18:46:12.336" v="1981" actId="1076"/>
          <ac:picMkLst>
            <pc:docMk/>
            <pc:sldMk cId="3037700942" sldId="261"/>
            <ac:picMk id="12" creationId="{AEA8E3BB-F2B1-629F-1818-71BE60CA748D}"/>
          </ac:picMkLst>
        </pc:picChg>
      </pc:sldChg>
      <pc:sldChg chg="addSp delSp modSp new mod setBg modClrScheme chgLayout">
        <pc:chgData name="Cameron McClellan" userId="3f787cd3b23a3302" providerId="LiveId" clId="{43FFCAA1-1FAA-4349-B296-5E3975CC2F61}" dt="2025-07-15T19:12:03.261" v="2513" actId="962"/>
        <pc:sldMkLst>
          <pc:docMk/>
          <pc:sldMk cId="4199804429" sldId="262"/>
        </pc:sldMkLst>
        <pc:spChg chg="add mod ord">
          <ac:chgData name="Cameron McClellan" userId="3f787cd3b23a3302" providerId="LiveId" clId="{43FFCAA1-1FAA-4349-B296-5E3975CC2F61}" dt="2025-07-15T19:11:57.366" v="2512" actId="26606"/>
          <ac:spMkLst>
            <pc:docMk/>
            <pc:sldMk cId="4199804429" sldId="262"/>
            <ac:spMk id="4" creationId="{C844BA24-3843-CE5E-9B49-CF5EA5002D72}"/>
          </ac:spMkLst>
        </pc:spChg>
        <pc:spChg chg="add">
          <ac:chgData name="Cameron McClellan" userId="3f787cd3b23a3302" providerId="LiveId" clId="{43FFCAA1-1FAA-4349-B296-5E3975CC2F61}" dt="2025-07-15T19:11:57.366" v="2512" actId="26606"/>
          <ac:spMkLst>
            <pc:docMk/>
            <pc:sldMk cId="4199804429" sldId="262"/>
            <ac:spMk id="136" creationId="{66D61E08-70C3-48D8-BEA0-787111DC30DA}"/>
          </ac:spMkLst>
        </pc:spChg>
        <pc:spChg chg="add">
          <ac:chgData name="Cameron McClellan" userId="3f787cd3b23a3302" providerId="LiveId" clId="{43FFCAA1-1FAA-4349-B296-5E3975CC2F61}" dt="2025-07-15T19:11:57.366" v="2512" actId="26606"/>
          <ac:spMkLst>
            <pc:docMk/>
            <pc:sldMk cId="4199804429" sldId="262"/>
            <ac:spMk id="137" creationId="{FC55298F-0AE5-478E-AD2B-03C2614C5833}"/>
          </ac:spMkLst>
        </pc:spChg>
        <pc:spChg chg="add">
          <ac:chgData name="Cameron McClellan" userId="3f787cd3b23a3302" providerId="LiveId" clId="{43FFCAA1-1FAA-4349-B296-5E3975CC2F61}" dt="2025-07-15T19:11:57.366" v="2512" actId="26606"/>
          <ac:spMkLst>
            <pc:docMk/>
            <pc:sldMk cId="4199804429" sldId="262"/>
            <ac:spMk id="138" creationId="{C180E4EA-0B63-4779-A895-7E90E71088F3}"/>
          </ac:spMkLst>
        </pc:spChg>
        <pc:spChg chg="add">
          <ac:chgData name="Cameron McClellan" userId="3f787cd3b23a3302" providerId="LiveId" clId="{43FFCAA1-1FAA-4349-B296-5E3975CC2F61}" dt="2025-07-15T19:11:57.366" v="2512" actId="26606"/>
          <ac:spMkLst>
            <pc:docMk/>
            <pc:sldMk cId="4199804429" sldId="262"/>
            <ac:spMk id="139" creationId="{CEE01D9D-3DE8-4EED-B0D3-8F3C79CC7673}"/>
          </ac:spMkLst>
        </pc:spChg>
        <pc:spChg chg="add">
          <ac:chgData name="Cameron McClellan" userId="3f787cd3b23a3302" providerId="LiveId" clId="{43FFCAA1-1FAA-4349-B296-5E3975CC2F61}" dt="2025-07-15T19:11:57.366" v="2512" actId="26606"/>
          <ac:spMkLst>
            <pc:docMk/>
            <pc:sldMk cId="4199804429" sldId="262"/>
            <ac:spMk id="140" creationId="{89AF5CE9-607F-43F4-8983-DCD6DA4051FD}"/>
          </ac:spMkLst>
        </pc:spChg>
        <pc:spChg chg="add">
          <ac:chgData name="Cameron McClellan" userId="3f787cd3b23a3302" providerId="LiveId" clId="{43FFCAA1-1FAA-4349-B296-5E3975CC2F61}" dt="2025-07-15T19:11:57.366" v="2512" actId="26606"/>
          <ac:spMkLst>
            <pc:docMk/>
            <pc:sldMk cId="4199804429" sldId="262"/>
            <ac:spMk id="141" creationId="{6EEA2DBD-9E1E-4521-8C01-F32AD18A89E3}"/>
          </ac:spMkLst>
        </pc:spChg>
        <pc:spChg chg="add">
          <ac:chgData name="Cameron McClellan" userId="3f787cd3b23a3302" providerId="LiveId" clId="{43FFCAA1-1FAA-4349-B296-5E3975CC2F61}" dt="2025-07-15T19:11:57.366" v="2512" actId="26606"/>
          <ac:spMkLst>
            <pc:docMk/>
            <pc:sldMk cId="4199804429" sldId="262"/>
            <ac:spMk id="142" creationId="{15BBD2C1-BA9B-46A9-A27A-33498B169272}"/>
          </ac:spMkLst>
        </pc:spChg>
        <pc:grpChg chg="add">
          <ac:chgData name="Cameron McClellan" userId="3f787cd3b23a3302" providerId="LiveId" clId="{43FFCAA1-1FAA-4349-B296-5E3975CC2F61}" dt="2025-07-15T19:11:57.366" v="2512" actId="26606"/>
          <ac:grpSpMkLst>
            <pc:docMk/>
            <pc:sldMk cId="4199804429" sldId="262"/>
            <ac:grpSpMk id="125" creationId="{88C9B83F-64CD-41C1-925F-A08801FFD0BD}"/>
          </ac:grpSpMkLst>
        </pc:grpChg>
        <pc:picChg chg="add mod">
          <ac:chgData name="Cameron McClellan" userId="3f787cd3b23a3302" providerId="LiveId" clId="{43FFCAA1-1FAA-4349-B296-5E3975CC2F61}" dt="2025-07-15T19:12:03.261" v="2513" actId="962"/>
          <ac:picMkLst>
            <pc:docMk/>
            <pc:sldMk cId="4199804429" sldId="262"/>
            <ac:picMk id="90" creationId="{EB2EC008-5AF9-0696-A16F-CCD1EF04EA57}"/>
          </ac:picMkLst>
        </pc:picChg>
      </pc:sldChg>
      <pc:sldChg chg="addSp delSp modSp new mod modAnim">
        <pc:chgData name="Cameron McClellan" userId="3f787cd3b23a3302" providerId="LiveId" clId="{43FFCAA1-1FAA-4349-B296-5E3975CC2F61}" dt="2025-07-15T00:40:11.235" v="1955" actId="1076"/>
        <pc:sldMkLst>
          <pc:docMk/>
          <pc:sldMk cId="2857176693" sldId="263"/>
        </pc:sldMkLst>
        <pc:spChg chg="mod">
          <ac:chgData name="Cameron McClellan" userId="3f787cd3b23a3302" providerId="LiveId" clId="{43FFCAA1-1FAA-4349-B296-5E3975CC2F61}" dt="2025-07-15T00:17:47.670" v="1341" actId="14100"/>
          <ac:spMkLst>
            <pc:docMk/>
            <pc:sldMk cId="2857176693" sldId="263"/>
            <ac:spMk id="2" creationId="{D51E4638-3374-5520-6F87-6F12217FAD2B}"/>
          </ac:spMkLst>
        </pc:spChg>
        <pc:spChg chg="mod">
          <ac:chgData name="Cameron McClellan" userId="3f787cd3b23a3302" providerId="LiveId" clId="{43FFCAA1-1FAA-4349-B296-5E3975CC2F61}" dt="2025-07-15T00:20:47.046" v="1831" actId="14100"/>
          <ac:spMkLst>
            <pc:docMk/>
            <pc:sldMk cId="2857176693" sldId="263"/>
            <ac:spMk id="3" creationId="{060F03E2-7DA0-C4A8-9C48-6E748A2D4828}"/>
          </ac:spMkLst>
        </pc:spChg>
        <pc:spChg chg="add mod">
          <ac:chgData name="Cameron McClellan" userId="3f787cd3b23a3302" providerId="LiveId" clId="{43FFCAA1-1FAA-4349-B296-5E3975CC2F61}" dt="2025-07-15T00:40:11.235" v="1955" actId="1076"/>
          <ac:spMkLst>
            <pc:docMk/>
            <pc:sldMk cId="2857176693" sldId="263"/>
            <ac:spMk id="5" creationId="{E5287008-E3B7-EDCA-6FCE-9D13DB3B322D}"/>
          </ac:spMkLst>
        </pc:spChg>
        <pc:picChg chg="add mod">
          <ac:chgData name="Cameron McClellan" userId="3f787cd3b23a3302" providerId="LiveId" clId="{43FFCAA1-1FAA-4349-B296-5E3975CC2F61}" dt="2025-07-15T00:34:17.752" v="1929" actId="208"/>
          <ac:picMkLst>
            <pc:docMk/>
            <pc:sldMk cId="2857176693" sldId="263"/>
            <ac:picMk id="7" creationId="{0DE82BC5-43FB-B371-0CB9-FE0EA344C0AB}"/>
          </ac:picMkLst>
        </pc:picChg>
        <pc:picChg chg="add mod modCrop">
          <ac:chgData name="Cameron McClellan" userId="3f787cd3b23a3302" providerId="LiveId" clId="{43FFCAA1-1FAA-4349-B296-5E3975CC2F61}" dt="2025-07-15T00:34:20.546" v="1930" actId="208"/>
          <ac:picMkLst>
            <pc:docMk/>
            <pc:sldMk cId="2857176693" sldId="263"/>
            <ac:picMk id="9" creationId="{8AD4AA93-7BB4-9FA1-C210-B3D3CCD49B5D}"/>
          </ac:picMkLst>
        </pc:picChg>
        <pc:picChg chg="add mod">
          <ac:chgData name="Cameron McClellan" userId="3f787cd3b23a3302" providerId="LiveId" clId="{43FFCAA1-1FAA-4349-B296-5E3975CC2F61}" dt="2025-07-15T00:38:33.478" v="1936" actId="1076"/>
          <ac:picMkLst>
            <pc:docMk/>
            <pc:sldMk cId="2857176693" sldId="263"/>
            <ac:picMk id="11" creationId="{18EE06A0-5C1E-A02E-8F88-64C26C7B1EB8}"/>
          </ac:picMkLst>
        </pc:picChg>
        <pc:picChg chg="add mod">
          <ac:chgData name="Cameron McClellan" userId="3f787cd3b23a3302" providerId="LiveId" clId="{43FFCAA1-1FAA-4349-B296-5E3975CC2F61}" dt="2025-07-15T00:38:30.385" v="1935" actId="1076"/>
          <ac:picMkLst>
            <pc:docMk/>
            <pc:sldMk cId="2857176693" sldId="263"/>
            <ac:picMk id="15" creationId="{7E081333-7ADB-52D7-8F95-A2193109D3CC}"/>
          </ac:picMkLst>
        </pc:picChg>
        <pc:picChg chg="add mod">
          <ac:chgData name="Cameron McClellan" userId="3f787cd3b23a3302" providerId="LiveId" clId="{43FFCAA1-1FAA-4349-B296-5E3975CC2F61}" dt="2025-07-15T00:38:27.677" v="1934" actId="1076"/>
          <ac:picMkLst>
            <pc:docMk/>
            <pc:sldMk cId="2857176693" sldId="263"/>
            <ac:picMk id="17" creationId="{8CB37034-FE73-B7D0-9C82-D7EDB79264A3}"/>
          </ac:picMkLst>
        </pc:picChg>
      </pc:sldChg>
      <pc:sldChg chg="addSp delSp modSp new mod modAnim">
        <pc:chgData name="Cameron McClellan" userId="3f787cd3b23a3302" providerId="LiveId" clId="{43FFCAA1-1FAA-4349-B296-5E3975CC2F61}" dt="2025-07-15T19:02:41.580" v="2371"/>
        <pc:sldMkLst>
          <pc:docMk/>
          <pc:sldMk cId="279332623" sldId="264"/>
        </pc:sldMkLst>
        <pc:spChg chg="mod">
          <ac:chgData name="Cameron McClellan" userId="3f787cd3b23a3302" providerId="LiveId" clId="{43FFCAA1-1FAA-4349-B296-5E3975CC2F61}" dt="2025-07-15T18:49:40.135" v="2016" actId="1035"/>
          <ac:spMkLst>
            <pc:docMk/>
            <pc:sldMk cId="279332623" sldId="264"/>
            <ac:spMk id="2" creationId="{BB0A7FAE-DF52-2174-B1B4-A5E893C19C7C}"/>
          </ac:spMkLst>
        </pc:spChg>
        <pc:spChg chg="mod">
          <ac:chgData name="Cameron McClellan" userId="3f787cd3b23a3302" providerId="LiveId" clId="{43FFCAA1-1FAA-4349-B296-5E3975CC2F61}" dt="2025-07-15T18:52:52.911" v="2238" actId="1076"/>
          <ac:spMkLst>
            <pc:docMk/>
            <pc:sldMk cId="279332623" sldId="264"/>
            <ac:spMk id="3" creationId="{06008E6C-D701-800F-6D33-8BD5DCA08547}"/>
          </ac:spMkLst>
        </pc:spChg>
        <pc:spChg chg="add mod">
          <ac:chgData name="Cameron McClellan" userId="3f787cd3b23a3302" providerId="LiveId" clId="{43FFCAA1-1FAA-4349-B296-5E3975CC2F61}" dt="2025-07-15T18:57:00.560" v="2324" actId="1076"/>
          <ac:spMkLst>
            <pc:docMk/>
            <pc:sldMk cId="279332623" sldId="264"/>
            <ac:spMk id="8" creationId="{5015FF11-B878-BA18-31C0-6F900E3FBDF6}"/>
          </ac:spMkLst>
        </pc:spChg>
        <pc:spChg chg="add mod">
          <ac:chgData name="Cameron McClellan" userId="3f787cd3b23a3302" providerId="LiveId" clId="{43FFCAA1-1FAA-4349-B296-5E3975CC2F61}" dt="2025-07-15T19:01:54.973" v="2363" actId="1076"/>
          <ac:spMkLst>
            <pc:docMk/>
            <pc:sldMk cId="279332623" sldId="264"/>
            <ac:spMk id="15" creationId="{9FF5B8D3-585E-C0CD-BCC6-B049C467D94B}"/>
          </ac:spMkLst>
        </pc:spChg>
        <pc:picChg chg="add mod">
          <ac:chgData name="Cameron McClellan" userId="3f787cd3b23a3302" providerId="LiveId" clId="{43FFCAA1-1FAA-4349-B296-5E3975CC2F61}" dt="2025-07-15T19:02:02.158" v="2365" actId="208"/>
          <ac:picMkLst>
            <pc:docMk/>
            <pc:sldMk cId="279332623" sldId="264"/>
            <ac:picMk id="7" creationId="{0A4F9CBB-256D-899E-C79D-1D45767EEAA4}"/>
          </ac:picMkLst>
        </pc:picChg>
        <pc:picChg chg="add mod">
          <ac:chgData name="Cameron McClellan" userId="3f787cd3b23a3302" providerId="LiveId" clId="{43FFCAA1-1FAA-4349-B296-5E3975CC2F61}" dt="2025-07-15T19:02:14.484" v="2368" actId="1076"/>
          <ac:picMkLst>
            <pc:docMk/>
            <pc:sldMk cId="279332623" sldId="264"/>
            <ac:picMk id="10" creationId="{E1ECE9A2-AEC6-DEF2-6BCD-84C21C8918AA}"/>
          </ac:picMkLst>
        </pc:picChg>
        <pc:picChg chg="add mod">
          <ac:chgData name="Cameron McClellan" userId="3f787cd3b23a3302" providerId="LiveId" clId="{43FFCAA1-1FAA-4349-B296-5E3975CC2F61}" dt="2025-07-15T19:01:59.408" v="2364" actId="208"/>
          <ac:picMkLst>
            <pc:docMk/>
            <pc:sldMk cId="279332623" sldId="264"/>
            <ac:picMk id="12" creationId="{128EBD2B-C3EE-D3F7-331F-33A638126CFA}"/>
          </ac:picMkLst>
        </pc:picChg>
        <pc:picChg chg="add mod modCrop">
          <ac:chgData name="Cameron McClellan" userId="3f787cd3b23a3302" providerId="LiveId" clId="{43FFCAA1-1FAA-4349-B296-5E3975CC2F61}" dt="2025-07-15T19:02:16.415" v="2369" actId="1076"/>
          <ac:picMkLst>
            <pc:docMk/>
            <pc:sldMk cId="279332623" sldId="264"/>
            <ac:picMk id="14" creationId="{C9DC9DE4-D4BC-AE89-C5F3-5F48B48429E5}"/>
          </ac:picMkLst>
        </pc:picChg>
      </pc:sldChg>
      <pc:sldChg chg="addSp delSp modSp new mod modClrScheme modAnim chgLayout">
        <pc:chgData name="Cameron McClellan" userId="3f787cd3b23a3302" providerId="LiveId" clId="{43FFCAA1-1FAA-4349-B296-5E3975CC2F61}" dt="2025-07-15T19:52:19.696" v="3395" actId="1076"/>
        <pc:sldMkLst>
          <pc:docMk/>
          <pc:sldMk cId="512777554" sldId="265"/>
        </pc:sldMkLst>
        <pc:spChg chg="add mod ord">
          <ac:chgData name="Cameron McClellan" userId="3f787cd3b23a3302" providerId="LiveId" clId="{43FFCAA1-1FAA-4349-B296-5E3975CC2F61}" dt="2025-07-15T19:38:50.292" v="2895" actId="20577"/>
          <ac:spMkLst>
            <pc:docMk/>
            <pc:sldMk cId="512777554" sldId="265"/>
            <ac:spMk id="4" creationId="{C2DC32D6-4304-2000-5687-A778ED9AAF7F}"/>
          </ac:spMkLst>
        </pc:spChg>
        <pc:spChg chg="add mod ord">
          <ac:chgData name="Cameron McClellan" userId="3f787cd3b23a3302" providerId="LiveId" clId="{43FFCAA1-1FAA-4349-B296-5E3975CC2F61}" dt="2025-07-15T19:52:13.845" v="3394" actId="14100"/>
          <ac:spMkLst>
            <pc:docMk/>
            <pc:sldMk cId="512777554" sldId="265"/>
            <ac:spMk id="5" creationId="{80C37823-9961-AF2E-51D0-95F44AAF1495}"/>
          </ac:spMkLst>
        </pc:spChg>
        <pc:picChg chg="add mod">
          <ac:chgData name="Cameron McClellan" userId="3f787cd3b23a3302" providerId="LiveId" clId="{43FFCAA1-1FAA-4349-B296-5E3975CC2F61}" dt="2025-07-15T19:52:19.696" v="3395" actId="1076"/>
          <ac:picMkLst>
            <pc:docMk/>
            <pc:sldMk cId="512777554" sldId="265"/>
            <ac:picMk id="2054" creationId="{33E72BC7-D55E-969E-4773-32AA66CE781C}"/>
          </ac:picMkLst>
        </pc:picChg>
      </pc:sldChg>
      <pc:sldChg chg="addSp modSp new mod modAnim">
        <pc:chgData name="Cameron McClellan" userId="3f787cd3b23a3302" providerId="LiveId" clId="{43FFCAA1-1FAA-4349-B296-5E3975CC2F61}" dt="2025-07-15T20:09:45.222" v="3973" actId="1076"/>
        <pc:sldMkLst>
          <pc:docMk/>
          <pc:sldMk cId="40801228" sldId="266"/>
        </pc:sldMkLst>
        <pc:spChg chg="mod">
          <ac:chgData name="Cameron McClellan" userId="3f787cd3b23a3302" providerId="LiveId" clId="{43FFCAA1-1FAA-4349-B296-5E3975CC2F61}" dt="2025-07-15T19:55:03.075" v="3434" actId="20577"/>
          <ac:spMkLst>
            <pc:docMk/>
            <pc:sldMk cId="40801228" sldId="266"/>
            <ac:spMk id="2" creationId="{BEB92A15-8D29-9761-320A-6B5DD230E997}"/>
          </ac:spMkLst>
        </pc:spChg>
        <pc:spChg chg="mod">
          <ac:chgData name="Cameron McClellan" userId="3f787cd3b23a3302" providerId="LiveId" clId="{43FFCAA1-1FAA-4349-B296-5E3975CC2F61}" dt="2025-07-15T20:07:25.791" v="3966" actId="14100"/>
          <ac:spMkLst>
            <pc:docMk/>
            <pc:sldMk cId="40801228" sldId="266"/>
            <ac:spMk id="3" creationId="{523852C6-980F-F695-D180-A76604937676}"/>
          </ac:spMkLst>
        </pc:spChg>
        <pc:picChg chg="add mod">
          <ac:chgData name="Cameron McClellan" userId="3f787cd3b23a3302" providerId="LiveId" clId="{43FFCAA1-1FAA-4349-B296-5E3975CC2F61}" dt="2025-07-15T20:09:45.222" v="3973" actId="1076"/>
          <ac:picMkLst>
            <pc:docMk/>
            <pc:sldMk cId="40801228" sldId="266"/>
            <ac:picMk id="7" creationId="{735F315F-CFE6-CD4E-1FBA-8385E67CBFD5}"/>
          </ac:picMkLst>
        </pc:picChg>
        <pc:picChg chg="add mod">
          <ac:chgData name="Cameron McClellan" userId="3f787cd3b23a3302" providerId="LiveId" clId="{43FFCAA1-1FAA-4349-B296-5E3975CC2F61}" dt="2025-07-15T20:09:30.110" v="3971" actId="1076"/>
          <ac:picMkLst>
            <pc:docMk/>
            <pc:sldMk cId="40801228" sldId="266"/>
            <ac:picMk id="2050" creationId="{13DC7B96-5177-7931-C903-A30BAD5DEAA5}"/>
          </ac:picMkLst>
        </pc:picChg>
        <pc:picChg chg="add mod">
          <ac:chgData name="Cameron McClellan" userId="3f787cd3b23a3302" providerId="LiveId" clId="{43FFCAA1-1FAA-4349-B296-5E3975CC2F61}" dt="2025-07-15T20:07:12.023" v="3964" actId="1076"/>
          <ac:picMkLst>
            <pc:docMk/>
            <pc:sldMk cId="40801228" sldId="266"/>
            <ac:picMk id="2052" creationId="{89629CA4-7F4B-D9A3-FBF8-75E47B323B8C}"/>
          </ac:picMkLst>
        </pc:picChg>
      </pc:sldChg>
      <pc:sldChg chg="addSp delSp modSp new mod modAnim">
        <pc:chgData name="Cameron McClellan" userId="3f787cd3b23a3302" providerId="LiveId" clId="{43FFCAA1-1FAA-4349-B296-5E3975CC2F61}" dt="2025-07-17T18:42:43.874" v="4540"/>
        <pc:sldMkLst>
          <pc:docMk/>
          <pc:sldMk cId="1502670054" sldId="267"/>
        </pc:sldMkLst>
        <pc:spChg chg="mod">
          <ac:chgData name="Cameron McClellan" userId="3f787cd3b23a3302" providerId="LiveId" clId="{43FFCAA1-1FAA-4349-B296-5E3975CC2F61}" dt="2025-07-15T20:23:39.577" v="4021" actId="14100"/>
          <ac:spMkLst>
            <pc:docMk/>
            <pc:sldMk cId="1502670054" sldId="267"/>
            <ac:spMk id="2" creationId="{109CA221-E9D5-8804-8ACE-9837D12D4368}"/>
          </ac:spMkLst>
        </pc:spChg>
        <pc:spChg chg="add mod">
          <ac:chgData name="Cameron McClellan" userId="3f787cd3b23a3302" providerId="LiveId" clId="{43FFCAA1-1FAA-4349-B296-5E3975CC2F61}" dt="2025-07-15T20:27:36.608" v="4083" actId="1076"/>
          <ac:spMkLst>
            <pc:docMk/>
            <pc:sldMk cId="1502670054" sldId="267"/>
            <ac:spMk id="12" creationId="{864347EB-0316-DF05-E891-25035DEA969B}"/>
          </ac:spMkLst>
        </pc:spChg>
        <pc:spChg chg="add mod">
          <ac:chgData name="Cameron McClellan" userId="3f787cd3b23a3302" providerId="LiveId" clId="{43FFCAA1-1FAA-4349-B296-5E3975CC2F61}" dt="2025-07-15T20:27:32.218" v="4081" actId="1076"/>
          <ac:spMkLst>
            <pc:docMk/>
            <pc:sldMk cId="1502670054" sldId="267"/>
            <ac:spMk id="13" creationId="{BA3603B4-EF37-C7C4-40A1-A03ADFC2471E}"/>
          </ac:spMkLst>
        </pc:spChg>
        <pc:picChg chg="add mod">
          <ac:chgData name="Cameron McClellan" userId="3f787cd3b23a3302" providerId="LiveId" clId="{43FFCAA1-1FAA-4349-B296-5E3975CC2F61}" dt="2025-07-15T20:27:33.728" v="4082" actId="1076"/>
          <ac:picMkLst>
            <pc:docMk/>
            <pc:sldMk cId="1502670054" sldId="267"/>
            <ac:picMk id="5" creationId="{4B63914E-750C-C31F-10AA-2177A4F5A997}"/>
          </ac:picMkLst>
        </pc:picChg>
        <pc:picChg chg="add mod">
          <ac:chgData name="Cameron McClellan" userId="3f787cd3b23a3302" providerId="LiveId" clId="{43FFCAA1-1FAA-4349-B296-5E3975CC2F61}" dt="2025-07-15T20:27:38.693" v="4084" actId="1076"/>
          <ac:picMkLst>
            <pc:docMk/>
            <pc:sldMk cId="1502670054" sldId="267"/>
            <ac:picMk id="7" creationId="{749C530B-9743-AE96-C36A-361D12C9253D}"/>
          </ac:picMkLst>
        </pc:picChg>
        <pc:picChg chg="add mod">
          <ac:chgData name="Cameron McClellan" userId="3f787cd3b23a3302" providerId="LiveId" clId="{43FFCAA1-1FAA-4349-B296-5E3975CC2F61}" dt="2025-07-15T20:27:26.683" v="4080" actId="1038"/>
          <ac:picMkLst>
            <pc:docMk/>
            <pc:sldMk cId="1502670054" sldId="267"/>
            <ac:picMk id="9" creationId="{B55F580D-D9DB-34CA-E784-86CA06411C1C}"/>
          </ac:picMkLst>
        </pc:picChg>
        <pc:picChg chg="add mod">
          <ac:chgData name="Cameron McClellan" userId="3f787cd3b23a3302" providerId="LiveId" clId="{43FFCAA1-1FAA-4349-B296-5E3975CC2F61}" dt="2025-07-15T20:26:21.819" v="4041" actId="1076"/>
          <ac:picMkLst>
            <pc:docMk/>
            <pc:sldMk cId="1502670054" sldId="267"/>
            <ac:picMk id="11" creationId="{8FFDF7DF-3243-3B41-5B83-8BFF3C605632}"/>
          </ac:picMkLst>
        </pc:picChg>
      </pc:sldChg>
      <pc:sldChg chg="addSp delSp modSp new mod setBg modClrScheme chgLayout">
        <pc:chgData name="Cameron McClellan" userId="3f787cd3b23a3302" providerId="LiveId" clId="{43FFCAA1-1FAA-4349-B296-5E3975CC2F61}" dt="2025-07-17T03:41:18.451" v="4098" actId="26606"/>
        <pc:sldMkLst>
          <pc:docMk/>
          <pc:sldMk cId="2231050354" sldId="268"/>
        </pc:sldMkLst>
        <pc:spChg chg="del mod ord">
          <ac:chgData name="Cameron McClellan" userId="3f787cd3b23a3302" providerId="LiveId" clId="{43FFCAA1-1FAA-4349-B296-5E3975CC2F61}" dt="2025-07-17T03:40:48.771" v="4086" actId="700"/>
          <ac:spMkLst>
            <pc:docMk/>
            <pc:sldMk cId="2231050354" sldId="268"/>
            <ac:spMk id="2" creationId="{62CAE701-D41C-FD08-3C36-E44D59B8827A}"/>
          </ac:spMkLst>
        </pc:spChg>
        <pc:spChg chg="del mod ord">
          <ac:chgData name="Cameron McClellan" userId="3f787cd3b23a3302" providerId="LiveId" clId="{43FFCAA1-1FAA-4349-B296-5E3975CC2F61}" dt="2025-07-17T03:40:48.771" v="4086" actId="700"/>
          <ac:spMkLst>
            <pc:docMk/>
            <pc:sldMk cId="2231050354" sldId="268"/>
            <ac:spMk id="3" creationId="{E0640AEC-AAF6-F99D-433B-44FAD7C99F48}"/>
          </ac:spMkLst>
        </pc:spChg>
        <pc:spChg chg="add mod ord">
          <ac:chgData name="Cameron McClellan" userId="3f787cd3b23a3302" providerId="LiveId" clId="{43FFCAA1-1FAA-4349-B296-5E3975CC2F61}" dt="2025-07-17T03:41:18.451" v="4098" actId="26606"/>
          <ac:spMkLst>
            <pc:docMk/>
            <pc:sldMk cId="2231050354" sldId="268"/>
            <ac:spMk id="4" creationId="{85DFE589-EAD8-E3CA-F636-9FCCF7E23FF0}"/>
          </ac:spMkLst>
        </pc:spChg>
        <pc:spChg chg="add del mod ord">
          <ac:chgData name="Cameron McClellan" userId="3f787cd3b23a3302" providerId="LiveId" clId="{43FFCAA1-1FAA-4349-B296-5E3975CC2F61}" dt="2025-07-17T03:41:07.550" v="4097" actId="478"/>
          <ac:spMkLst>
            <pc:docMk/>
            <pc:sldMk cId="2231050354" sldId="268"/>
            <ac:spMk id="5" creationId="{2A9A4629-DCF0-31F4-93CF-CF621F626088}"/>
          </ac:spMkLst>
        </pc:spChg>
        <pc:spChg chg="add">
          <ac:chgData name="Cameron McClellan" userId="3f787cd3b23a3302" providerId="LiveId" clId="{43FFCAA1-1FAA-4349-B296-5E3975CC2F61}" dt="2025-07-17T03:41:18.451" v="4098" actId="26606"/>
          <ac:spMkLst>
            <pc:docMk/>
            <pc:sldMk cId="2231050354" sldId="268"/>
            <ac:spMk id="21" creationId="{4F57DB1C-6494-4CC4-A5E8-931957565379}"/>
          </ac:spMkLst>
        </pc:spChg>
        <pc:spChg chg="add">
          <ac:chgData name="Cameron McClellan" userId="3f787cd3b23a3302" providerId="LiveId" clId="{43FFCAA1-1FAA-4349-B296-5E3975CC2F61}" dt="2025-07-17T03:41:18.451" v="4098" actId="26606"/>
          <ac:spMkLst>
            <pc:docMk/>
            <pc:sldMk cId="2231050354" sldId="268"/>
            <ac:spMk id="23" creationId="{FFFB778B-5206-4BB0-A468-327E71367654}"/>
          </ac:spMkLst>
        </pc:spChg>
        <pc:spChg chg="add">
          <ac:chgData name="Cameron McClellan" userId="3f787cd3b23a3302" providerId="LiveId" clId="{43FFCAA1-1FAA-4349-B296-5E3975CC2F61}" dt="2025-07-17T03:41:18.451" v="4098" actId="26606"/>
          <ac:spMkLst>
            <pc:docMk/>
            <pc:sldMk cId="2231050354" sldId="268"/>
            <ac:spMk id="25" creationId="{E6C0471D-BE03-4D81-BDB5-D510BC0D8A77}"/>
          </ac:spMkLst>
        </pc:spChg>
        <pc:spChg chg="add">
          <ac:chgData name="Cameron McClellan" userId="3f787cd3b23a3302" providerId="LiveId" clId="{43FFCAA1-1FAA-4349-B296-5E3975CC2F61}" dt="2025-07-17T03:41:18.451" v="4098" actId="26606"/>
          <ac:spMkLst>
            <pc:docMk/>
            <pc:sldMk cId="2231050354" sldId="268"/>
            <ac:spMk id="31" creationId="{A27691EB-14CF-4237-B5EB-C94B92677A05}"/>
          </ac:spMkLst>
        </pc:spChg>
        <pc:grpChg chg="add">
          <ac:chgData name="Cameron McClellan" userId="3f787cd3b23a3302" providerId="LiveId" clId="{43FFCAA1-1FAA-4349-B296-5E3975CC2F61}" dt="2025-07-17T03:41:18.451" v="4098" actId="26606"/>
          <ac:grpSpMkLst>
            <pc:docMk/>
            <pc:sldMk cId="2231050354" sldId="268"/>
            <ac:grpSpMk id="9" creationId="{28460BD8-AE3F-4AC9-9D0B-717052AA5D3A}"/>
          </ac:grpSpMkLst>
        </pc:grpChg>
        <pc:cxnChg chg="add">
          <ac:chgData name="Cameron McClellan" userId="3f787cd3b23a3302" providerId="LiveId" clId="{43FFCAA1-1FAA-4349-B296-5E3975CC2F61}" dt="2025-07-17T03:41:18.451" v="4098" actId="26606"/>
          <ac:cxnSpMkLst>
            <pc:docMk/>
            <pc:sldMk cId="2231050354" sldId="268"/>
            <ac:cxnSpMk id="27" creationId="{E5E836EB-03CD-4BA5-A751-21D2ACC28303}"/>
          </ac:cxnSpMkLst>
        </pc:cxnChg>
        <pc:cxnChg chg="add">
          <ac:chgData name="Cameron McClellan" userId="3f787cd3b23a3302" providerId="LiveId" clId="{43FFCAA1-1FAA-4349-B296-5E3975CC2F61}" dt="2025-07-17T03:41:18.451" v="4098" actId="26606"/>
          <ac:cxnSpMkLst>
            <pc:docMk/>
            <pc:sldMk cId="2231050354" sldId="268"/>
            <ac:cxnSpMk id="29" creationId="{22721A85-1EA4-4D87-97AB-0BB4AB78F92D}"/>
          </ac:cxnSpMkLst>
        </pc:cxnChg>
      </pc:sldChg>
      <pc:sldChg chg="addSp delSp modSp new mod setBg modClrScheme chgLayout">
        <pc:chgData name="Cameron McClellan" userId="3f787cd3b23a3302" providerId="LiveId" clId="{43FFCAA1-1FAA-4349-B296-5E3975CC2F61}" dt="2025-07-17T19:14:40.837" v="4572" actId="1036"/>
        <pc:sldMkLst>
          <pc:docMk/>
          <pc:sldMk cId="518729325" sldId="269"/>
        </pc:sldMkLst>
        <pc:spChg chg="del mod ord">
          <ac:chgData name="Cameron McClellan" userId="3f787cd3b23a3302" providerId="LiveId" clId="{43FFCAA1-1FAA-4349-B296-5E3975CC2F61}" dt="2025-07-17T03:41:25.284" v="4100" actId="700"/>
          <ac:spMkLst>
            <pc:docMk/>
            <pc:sldMk cId="518729325" sldId="269"/>
            <ac:spMk id="2" creationId="{1935FB68-5D62-3F7F-2D41-60A251ADDDA1}"/>
          </ac:spMkLst>
        </pc:spChg>
        <pc:spChg chg="del mod ord">
          <ac:chgData name="Cameron McClellan" userId="3f787cd3b23a3302" providerId="LiveId" clId="{43FFCAA1-1FAA-4349-B296-5E3975CC2F61}" dt="2025-07-17T03:41:25.284" v="4100" actId="700"/>
          <ac:spMkLst>
            <pc:docMk/>
            <pc:sldMk cId="518729325" sldId="269"/>
            <ac:spMk id="3" creationId="{DAA17256-37C8-C64E-CBE8-AA08E799F234}"/>
          </ac:spMkLst>
        </pc:spChg>
        <pc:spChg chg="add mod ord">
          <ac:chgData name="Cameron McClellan" userId="3f787cd3b23a3302" providerId="LiveId" clId="{43FFCAA1-1FAA-4349-B296-5E3975CC2F61}" dt="2025-07-17T19:14:40.837" v="4572" actId="1036"/>
          <ac:spMkLst>
            <pc:docMk/>
            <pc:sldMk cId="518729325" sldId="269"/>
            <ac:spMk id="4" creationId="{22C957C8-7580-0B28-F781-FBD1B934ACF9}"/>
          </ac:spMkLst>
        </pc:spChg>
        <pc:spChg chg="add del mod ord">
          <ac:chgData name="Cameron McClellan" userId="3f787cd3b23a3302" providerId="LiveId" clId="{43FFCAA1-1FAA-4349-B296-5E3975CC2F61}" dt="2025-07-17T19:13:41.444" v="4542" actId="26606"/>
          <ac:spMkLst>
            <pc:docMk/>
            <pc:sldMk cId="518729325" sldId="269"/>
            <ac:spMk id="5" creationId="{CA87329B-A9AC-05AF-BEC2-F44FE23DEE66}"/>
          </ac:spMkLst>
        </pc:spChg>
        <pc:grpChg chg="add">
          <ac:chgData name="Cameron McClellan" userId="3f787cd3b23a3302" providerId="LiveId" clId="{43FFCAA1-1FAA-4349-B296-5E3975CC2F61}" dt="2025-07-17T19:13:41.444" v="4542" actId="26606"/>
          <ac:grpSpMkLst>
            <pc:docMk/>
            <pc:sldMk cId="518729325" sldId="269"/>
            <ac:grpSpMk id="10" creationId="{B4DE830A-B531-4A3B-96F6-0ECE88B08555}"/>
          </ac:grpSpMkLst>
        </pc:grpChg>
        <pc:picChg chg="add mod">
          <ac:chgData name="Cameron McClellan" userId="3f787cd3b23a3302" providerId="LiveId" clId="{43FFCAA1-1FAA-4349-B296-5E3975CC2F61}" dt="2025-07-17T19:14:32.491" v="4556" actId="208"/>
          <ac:picMkLst>
            <pc:docMk/>
            <pc:sldMk cId="518729325" sldId="269"/>
            <ac:picMk id="3" creationId="{0A7DA7DA-DD8B-BD3B-BF74-03C6DCC1AEE3}"/>
          </ac:picMkLst>
        </pc:picChg>
      </pc:sldChg>
      <pc:sldChg chg="addSp delSp modSp new mod setBg">
        <pc:chgData name="Cameron McClellan" userId="3f787cd3b23a3302" providerId="LiveId" clId="{43FFCAA1-1FAA-4349-B296-5E3975CC2F61}" dt="2025-07-17T19:37:00.482" v="4611" actId="1036"/>
        <pc:sldMkLst>
          <pc:docMk/>
          <pc:sldMk cId="683187529" sldId="270"/>
        </pc:sldMkLst>
        <pc:spChg chg="mod">
          <ac:chgData name="Cameron McClellan" userId="3f787cd3b23a3302" providerId="LiveId" clId="{43FFCAA1-1FAA-4349-B296-5E3975CC2F61}" dt="2025-07-17T19:35:48.692" v="4574" actId="26606"/>
          <ac:spMkLst>
            <pc:docMk/>
            <pc:sldMk cId="683187529" sldId="270"/>
            <ac:spMk id="2" creationId="{117AC7DE-0524-413D-C7E1-053D731928F8}"/>
          </ac:spMkLst>
        </pc:spChg>
        <pc:spChg chg="del">
          <ac:chgData name="Cameron McClellan" userId="3f787cd3b23a3302" providerId="LiveId" clId="{43FFCAA1-1FAA-4349-B296-5E3975CC2F61}" dt="2025-07-17T19:35:48.692" v="4574" actId="26606"/>
          <ac:spMkLst>
            <pc:docMk/>
            <pc:sldMk cId="683187529" sldId="270"/>
            <ac:spMk id="3" creationId="{B8B0E8B8-A046-1076-19CF-A16F35D2C7A2}"/>
          </ac:spMkLst>
        </pc:spChg>
        <pc:grpChg chg="add">
          <ac:chgData name="Cameron McClellan" userId="3f787cd3b23a3302" providerId="LiveId" clId="{43FFCAA1-1FAA-4349-B296-5E3975CC2F61}" dt="2025-07-17T19:35:48.692" v="4574" actId="26606"/>
          <ac:grpSpMkLst>
            <pc:docMk/>
            <pc:sldMk cId="683187529" sldId="270"/>
            <ac:grpSpMk id="10" creationId="{B4DE830A-B531-4A3B-96F6-0ECE88B08555}"/>
          </ac:grpSpMkLst>
        </pc:grpChg>
        <pc:picChg chg="add mod">
          <ac:chgData name="Cameron McClellan" userId="3f787cd3b23a3302" providerId="LiveId" clId="{43FFCAA1-1FAA-4349-B296-5E3975CC2F61}" dt="2025-07-17T19:37:00.482" v="4611" actId="1036"/>
          <ac:picMkLst>
            <pc:docMk/>
            <pc:sldMk cId="683187529" sldId="270"/>
            <ac:picMk id="5" creationId="{A356C968-E482-6CA3-4EF1-DD3F548FDE4B}"/>
          </ac:picMkLst>
        </pc:picChg>
      </pc:sldChg>
      <pc:sldChg chg="addSp delSp modSp new mod setBg">
        <pc:chgData name="Cameron McClellan" userId="3f787cd3b23a3302" providerId="LiveId" clId="{43FFCAA1-1FAA-4349-B296-5E3975CC2F61}" dt="2025-07-17T03:59:09.416" v="4518"/>
        <pc:sldMkLst>
          <pc:docMk/>
          <pc:sldMk cId="1564668338" sldId="271"/>
        </pc:sldMkLst>
        <pc:spChg chg="mod">
          <ac:chgData name="Cameron McClellan" userId="3f787cd3b23a3302" providerId="LiveId" clId="{43FFCAA1-1FAA-4349-B296-5E3975CC2F61}" dt="2025-07-17T03:55:14.437" v="4511" actId="26606"/>
          <ac:spMkLst>
            <pc:docMk/>
            <pc:sldMk cId="1564668338" sldId="271"/>
            <ac:spMk id="2" creationId="{0AB24456-099D-58E4-22A4-78F2D2FCF3F4}"/>
          </ac:spMkLst>
        </pc:spChg>
        <pc:spChg chg="add del mod">
          <ac:chgData name="Cameron McClellan" userId="3f787cd3b23a3302" providerId="LiveId" clId="{43FFCAA1-1FAA-4349-B296-5E3975CC2F61}" dt="2025-07-17T03:55:14.437" v="4511" actId="26606"/>
          <ac:spMkLst>
            <pc:docMk/>
            <pc:sldMk cId="1564668338" sldId="271"/>
            <ac:spMk id="3" creationId="{9ADFD855-77DE-615A-92BC-363B4EA816E4}"/>
          </ac:spMkLst>
        </pc:spChg>
        <pc:spChg chg="add del">
          <ac:chgData name="Cameron McClellan" userId="3f787cd3b23a3302" providerId="LiveId" clId="{43FFCAA1-1FAA-4349-B296-5E3975CC2F61}" dt="2025-07-17T03:54:49.674" v="4500" actId="26606"/>
          <ac:spMkLst>
            <pc:docMk/>
            <pc:sldMk cId="1564668338" sldId="271"/>
            <ac:spMk id="9" creationId="{9F4444CE-BC8D-4D61-B303-4C05614E62AB}"/>
          </ac:spMkLst>
        </pc:spChg>
        <pc:spChg chg="add del">
          <ac:chgData name="Cameron McClellan" userId="3f787cd3b23a3302" providerId="LiveId" clId="{43FFCAA1-1FAA-4349-B296-5E3975CC2F61}" dt="2025-07-17T03:54:49.674" v="4500" actId="26606"/>
          <ac:spMkLst>
            <pc:docMk/>
            <pc:sldMk cId="1564668338" sldId="271"/>
            <ac:spMk id="11" creationId="{73772B81-181F-48B7-8826-4D9686D15DF5}"/>
          </ac:spMkLst>
        </pc:spChg>
        <pc:spChg chg="add del">
          <ac:chgData name="Cameron McClellan" userId="3f787cd3b23a3302" providerId="LiveId" clId="{43FFCAA1-1FAA-4349-B296-5E3975CC2F61}" dt="2025-07-17T03:54:49.674" v="4500" actId="26606"/>
          <ac:spMkLst>
            <pc:docMk/>
            <pc:sldMk cId="1564668338" sldId="271"/>
            <ac:spMk id="13" creationId="{B2205F6E-03C6-4E92-877C-E2482F6599AA}"/>
          </ac:spMkLst>
        </pc:spChg>
        <pc:spChg chg="add del">
          <ac:chgData name="Cameron McClellan" userId="3f787cd3b23a3302" providerId="LiveId" clId="{43FFCAA1-1FAA-4349-B296-5E3975CC2F61}" dt="2025-07-17T03:54:55.379" v="4502" actId="26606"/>
          <ac:spMkLst>
            <pc:docMk/>
            <pc:sldMk cId="1564668338" sldId="271"/>
            <ac:spMk id="15" creationId="{9F4444CE-BC8D-4D61-B303-4C05614E62AB}"/>
          </ac:spMkLst>
        </pc:spChg>
        <pc:spChg chg="add del">
          <ac:chgData name="Cameron McClellan" userId="3f787cd3b23a3302" providerId="LiveId" clId="{43FFCAA1-1FAA-4349-B296-5E3975CC2F61}" dt="2025-07-17T03:54:55.379" v="4502" actId="26606"/>
          <ac:spMkLst>
            <pc:docMk/>
            <pc:sldMk cId="1564668338" sldId="271"/>
            <ac:spMk id="16" creationId="{73772B81-181F-48B7-8826-4D9686D15DF5}"/>
          </ac:spMkLst>
        </pc:spChg>
        <pc:spChg chg="add del">
          <ac:chgData name="Cameron McClellan" userId="3f787cd3b23a3302" providerId="LiveId" clId="{43FFCAA1-1FAA-4349-B296-5E3975CC2F61}" dt="2025-07-17T03:54:55.379" v="4502" actId="26606"/>
          <ac:spMkLst>
            <pc:docMk/>
            <pc:sldMk cId="1564668338" sldId="271"/>
            <ac:spMk id="17" creationId="{B2205F6E-03C6-4E92-877C-E2482F6599AA}"/>
          </ac:spMkLst>
        </pc:spChg>
        <pc:spChg chg="add del">
          <ac:chgData name="Cameron McClellan" userId="3f787cd3b23a3302" providerId="LiveId" clId="{43FFCAA1-1FAA-4349-B296-5E3975CC2F61}" dt="2025-07-17T03:54:59.318" v="4504" actId="26606"/>
          <ac:spMkLst>
            <pc:docMk/>
            <pc:sldMk cId="1564668338" sldId="271"/>
            <ac:spMk id="20" creationId="{9F4444CE-BC8D-4D61-B303-4C05614E62AB}"/>
          </ac:spMkLst>
        </pc:spChg>
        <pc:spChg chg="add del">
          <ac:chgData name="Cameron McClellan" userId="3f787cd3b23a3302" providerId="LiveId" clId="{43FFCAA1-1FAA-4349-B296-5E3975CC2F61}" dt="2025-07-17T03:54:59.318" v="4504" actId="26606"/>
          <ac:spMkLst>
            <pc:docMk/>
            <pc:sldMk cId="1564668338" sldId="271"/>
            <ac:spMk id="21" creationId="{73772B81-181F-48B7-8826-4D9686D15DF5}"/>
          </ac:spMkLst>
        </pc:spChg>
        <pc:spChg chg="add del">
          <ac:chgData name="Cameron McClellan" userId="3f787cd3b23a3302" providerId="LiveId" clId="{43FFCAA1-1FAA-4349-B296-5E3975CC2F61}" dt="2025-07-17T03:54:59.318" v="4504" actId="26606"/>
          <ac:spMkLst>
            <pc:docMk/>
            <pc:sldMk cId="1564668338" sldId="271"/>
            <ac:spMk id="22" creationId="{B2205F6E-03C6-4E92-877C-E2482F6599AA}"/>
          </ac:spMkLst>
        </pc:spChg>
        <pc:spChg chg="add del">
          <ac:chgData name="Cameron McClellan" userId="3f787cd3b23a3302" providerId="LiveId" clId="{43FFCAA1-1FAA-4349-B296-5E3975CC2F61}" dt="2025-07-17T03:55:02.278" v="4506" actId="26606"/>
          <ac:spMkLst>
            <pc:docMk/>
            <pc:sldMk cId="1564668338" sldId="271"/>
            <ac:spMk id="25" creationId="{9ADFD855-77DE-615A-92BC-363B4EA816E4}"/>
          </ac:spMkLst>
        </pc:spChg>
        <pc:spChg chg="add del">
          <ac:chgData name="Cameron McClellan" userId="3f787cd3b23a3302" providerId="LiveId" clId="{43FFCAA1-1FAA-4349-B296-5E3975CC2F61}" dt="2025-07-17T03:55:03.616" v="4508" actId="26606"/>
          <ac:spMkLst>
            <pc:docMk/>
            <pc:sldMk cId="1564668338" sldId="271"/>
            <ac:spMk id="27" creationId="{9F4444CE-BC8D-4D61-B303-4C05614E62AB}"/>
          </ac:spMkLst>
        </pc:spChg>
        <pc:spChg chg="add del">
          <ac:chgData name="Cameron McClellan" userId="3f787cd3b23a3302" providerId="LiveId" clId="{43FFCAA1-1FAA-4349-B296-5E3975CC2F61}" dt="2025-07-17T03:55:03.616" v="4508" actId="26606"/>
          <ac:spMkLst>
            <pc:docMk/>
            <pc:sldMk cId="1564668338" sldId="271"/>
            <ac:spMk id="28" creationId="{73772B81-181F-48B7-8826-4D9686D15DF5}"/>
          </ac:spMkLst>
        </pc:spChg>
        <pc:spChg chg="add del">
          <ac:chgData name="Cameron McClellan" userId="3f787cd3b23a3302" providerId="LiveId" clId="{43FFCAA1-1FAA-4349-B296-5E3975CC2F61}" dt="2025-07-17T03:55:03.616" v="4508" actId="26606"/>
          <ac:spMkLst>
            <pc:docMk/>
            <pc:sldMk cId="1564668338" sldId="271"/>
            <ac:spMk id="29" creationId="{B2205F6E-03C6-4E92-877C-E2482F6599AA}"/>
          </ac:spMkLst>
        </pc:spChg>
        <pc:spChg chg="add del">
          <ac:chgData name="Cameron McClellan" userId="3f787cd3b23a3302" providerId="LiveId" clId="{43FFCAA1-1FAA-4349-B296-5E3975CC2F61}" dt="2025-07-17T03:55:14.381" v="4510" actId="26606"/>
          <ac:spMkLst>
            <pc:docMk/>
            <pc:sldMk cId="1564668338" sldId="271"/>
            <ac:spMk id="32" creationId="{9F4444CE-BC8D-4D61-B303-4C05614E62AB}"/>
          </ac:spMkLst>
        </pc:spChg>
        <pc:spChg chg="add del">
          <ac:chgData name="Cameron McClellan" userId="3f787cd3b23a3302" providerId="LiveId" clId="{43FFCAA1-1FAA-4349-B296-5E3975CC2F61}" dt="2025-07-17T03:55:14.381" v="4510" actId="26606"/>
          <ac:spMkLst>
            <pc:docMk/>
            <pc:sldMk cId="1564668338" sldId="271"/>
            <ac:spMk id="33" creationId="{73772B81-181F-48B7-8826-4D9686D15DF5}"/>
          </ac:spMkLst>
        </pc:spChg>
        <pc:spChg chg="add del">
          <ac:chgData name="Cameron McClellan" userId="3f787cd3b23a3302" providerId="LiveId" clId="{43FFCAA1-1FAA-4349-B296-5E3975CC2F61}" dt="2025-07-17T03:55:14.381" v="4510" actId="26606"/>
          <ac:spMkLst>
            <pc:docMk/>
            <pc:sldMk cId="1564668338" sldId="271"/>
            <ac:spMk id="34" creationId="{B2205F6E-03C6-4E92-877C-E2482F6599AA}"/>
          </ac:spMkLst>
        </pc:spChg>
        <pc:spChg chg="add">
          <ac:chgData name="Cameron McClellan" userId="3f787cd3b23a3302" providerId="LiveId" clId="{43FFCAA1-1FAA-4349-B296-5E3975CC2F61}" dt="2025-07-17T03:55:14.437" v="4511" actId="26606"/>
          <ac:spMkLst>
            <pc:docMk/>
            <pc:sldMk cId="1564668338" sldId="271"/>
            <ac:spMk id="37" creationId="{655AE6B0-AC9E-4167-806F-E9DB135FC46B}"/>
          </ac:spMkLst>
        </pc:spChg>
        <pc:spChg chg="add">
          <ac:chgData name="Cameron McClellan" userId="3f787cd3b23a3302" providerId="LiveId" clId="{43FFCAA1-1FAA-4349-B296-5E3975CC2F61}" dt="2025-07-17T03:55:14.437" v="4511" actId="26606"/>
          <ac:spMkLst>
            <pc:docMk/>
            <pc:sldMk cId="1564668338" sldId="271"/>
            <ac:spMk id="45" creationId="{87BD1F4E-A66D-4C06-86DA-8D56CA7A3B41}"/>
          </ac:spMkLst>
        </pc:spChg>
        <pc:grpChg chg="add">
          <ac:chgData name="Cameron McClellan" userId="3f787cd3b23a3302" providerId="LiveId" clId="{43FFCAA1-1FAA-4349-B296-5E3975CC2F61}" dt="2025-07-17T03:55:14.437" v="4511" actId="26606"/>
          <ac:grpSpMkLst>
            <pc:docMk/>
            <pc:sldMk cId="1564668338" sldId="271"/>
            <ac:grpSpMk id="38" creationId="{3523416A-383B-4FDC-B4C9-D8EDDFE9C043}"/>
          </ac:grpSpMkLst>
        </pc:grpChg>
        <pc:graphicFrameChg chg="add del">
          <ac:chgData name="Cameron McClellan" userId="3f787cd3b23a3302" providerId="LiveId" clId="{43FFCAA1-1FAA-4349-B296-5E3975CC2F61}" dt="2025-07-17T03:54:49.674" v="4500" actId="26606"/>
          <ac:graphicFrameMkLst>
            <pc:docMk/>
            <pc:sldMk cId="1564668338" sldId="271"/>
            <ac:graphicFrameMk id="5" creationId="{C3AFFA4F-90E6-5AD1-5741-A53A7AEE38E5}"/>
          </ac:graphicFrameMkLst>
        </pc:graphicFrameChg>
        <pc:graphicFrameChg chg="add del">
          <ac:chgData name="Cameron McClellan" userId="3f787cd3b23a3302" providerId="LiveId" clId="{43FFCAA1-1FAA-4349-B296-5E3975CC2F61}" dt="2025-07-17T03:54:55.379" v="4502" actId="26606"/>
          <ac:graphicFrameMkLst>
            <pc:docMk/>
            <pc:sldMk cId="1564668338" sldId="271"/>
            <ac:graphicFrameMk id="18" creationId="{13CF6798-117A-5141-2E3F-BD9F5615F672}"/>
          </ac:graphicFrameMkLst>
        </pc:graphicFrameChg>
        <pc:graphicFrameChg chg="add del">
          <ac:chgData name="Cameron McClellan" userId="3f787cd3b23a3302" providerId="LiveId" clId="{43FFCAA1-1FAA-4349-B296-5E3975CC2F61}" dt="2025-07-17T03:54:59.318" v="4504" actId="26606"/>
          <ac:graphicFrameMkLst>
            <pc:docMk/>
            <pc:sldMk cId="1564668338" sldId="271"/>
            <ac:graphicFrameMk id="23" creationId="{C3AFFA4F-90E6-5AD1-5741-A53A7AEE38E5}"/>
          </ac:graphicFrameMkLst>
        </pc:graphicFrameChg>
        <pc:graphicFrameChg chg="add del">
          <ac:chgData name="Cameron McClellan" userId="3f787cd3b23a3302" providerId="LiveId" clId="{43FFCAA1-1FAA-4349-B296-5E3975CC2F61}" dt="2025-07-17T03:55:03.616" v="4508" actId="26606"/>
          <ac:graphicFrameMkLst>
            <pc:docMk/>
            <pc:sldMk cId="1564668338" sldId="271"/>
            <ac:graphicFrameMk id="30" creationId="{13CF6798-117A-5141-2E3F-BD9F5615F672}"/>
          </ac:graphicFrameMkLst>
        </pc:graphicFrameChg>
        <pc:graphicFrameChg chg="add del">
          <ac:chgData name="Cameron McClellan" userId="3f787cd3b23a3302" providerId="LiveId" clId="{43FFCAA1-1FAA-4349-B296-5E3975CC2F61}" dt="2025-07-17T03:55:14.381" v="4510" actId="26606"/>
          <ac:graphicFrameMkLst>
            <pc:docMk/>
            <pc:sldMk cId="1564668338" sldId="271"/>
            <ac:graphicFrameMk id="35" creationId="{C3AFFA4F-90E6-5AD1-5741-A53A7AEE38E5}"/>
          </ac:graphicFrameMkLst>
        </pc:graphicFrameChg>
        <pc:graphicFrameChg chg="add mod">
          <ac:chgData name="Cameron McClellan" userId="3f787cd3b23a3302" providerId="LiveId" clId="{43FFCAA1-1FAA-4349-B296-5E3975CC2F61}" dt="2025-07-17T03:59:09.416" v="4518"/>
          <ac:graphicFrameMkLst>
            <pc:docMk/>
            <pc:sldMk cId="1564668338" sldId="271"/>
            <ac:graphicFrameMk id="46" creationId="{B39C60C5-03E3-0418-B6AB-B04E358005B2}"/>
          </ac:graphicFrameMkLst>
        </pc:graphicFrameChg>
        <pc:cxnChg chg="add del">
          <ac:chgData name="Cameron McClellan" userId="3f787cd3b23a3302" providerId="LiveId" clId="{43FFCAA1-1FAA-4349-B296-5E3975CC2F61}" dt="2025-07-17T03:55:02.278" v="4506" actId="26606"/>
          <ac:cxnSpMkLst>
            <pc:docMk/>
            <pc:sldMk cId="1564668338" sldId="271"/>
            <ac:cxnSpMk id="8" creationId="{0B5F7E3B-C5F1-40E0-A491-558BAFBC1127}"/>
          </ac:cxnSpMkLst>
        </pc:cxnChg>
      </pc:sldChg>
      <pc:sldChg chg="addSp delSp modSp new mod setBg modClrScheme chgLayout">
        <pc:chgData name="Cameron McClellan" userId="3f787cd3b23a3302" providerId="LiveId" clId="{43FFCAA1-1FAA-4349-B296-5E3975CC2F61}" dt="2025-07-17T19:37:37.712" v="4621" actId="14100"/>
        <pc:sldMkLst>
          <pc:docMk/>
          <pc:sldMk cId="939433877" sldId="272"/>
        </pc:sldMkLst>
        <pc:spChg chg="del mod ord">
          <ac:chgData name="Cameron McClellan" userId="3f787cd3b23a3302" providerId="LiveId" clId="{43FFCAA1-1FAA-4349-B296-5E3975CC2F61}" dt="2025-07-17T03:59:18.521" v="4520" actId="700"/>
          <ac:spMkLst>
            <pc:docMk/>
            <pc:sldMk cId="939433877" sldId="272"/>
            <ac:spMk id="2" creationId="{8C653EA5-6E13-8B7D-A125-94993100C3A1}"/>
          </ac:spMkLst>
        </pc:spChg>
        <pc:spChg chg="del mod ord">
          <ac:chgData name="Cameron McClellan" userId="3f787cd3b23a3302" providerId="LiveId" clId="{43FFCAA1-1FAA-4349-B296-5E3975CC2F61}" dt="2025-07-17T03:59:18.521" v="4520" actId="700"/>
          <ac:spMkLst>
            <pc:docMk/>
            <pc:sldMk cId="939433877" sldId="272"/>
            <ac:spMk id="3" creationId="{93A1DB2C-DF92-D5F6-8A49-3559B33A23EE}"/>
          </ac:spMkLst>
        </pc:spChg>
        <pc:spChg chg="add mod ord">
          <ac:chgData name="Cameron McClellan" userId="3f787cd3b23a3302" providerId="LiveId" clId="{43FFCAA1-1FAA-4349-B296-5E3975CC2F61}" dt="2025-07-17T19:37:37.712" v="4621" actId="14100"/>
          <ac:spMkLst>
            <pc:docMk/>
            <pc:sldMk cId="939433877" sldId="272"/>
            <ac:spMk id="4" creationId="{DC0B4B88-5645-8E73-D320-54489516D2C9}"/>
          </ac:spMkLst>
        </pc:spChg>
        <pc:spChg chg="add del mod ord">
          <ac:chgData name="Cameron McClellan" userId="3f787cd3b23a3302" providerId="LiveId" clId="{43FFCAA1-1FAA-4349-B296-5E3975CC2F61}" dt="2025-07-17T03:59:20.550" v="4522" actId="478"/>
          <ac:spMkLst>
            <pc:docMk/>
            <pc:sldMk cId="939433877" sldId="272"/>
            <ac:spMk id="5" creationId="{5F49D603-D010-83EF-0944-26676D41773E}"/>
          </ac:spMkLst>
        </pc:spChg>
        <pc:spChg chg="add">
          <ac:chgData name="Cameron McClellan" userId="3f787cd3b23a3302" providerId="LiveId" clId="{43FFCAA1-1FAA-4349-B296-5E3975CC2F61}" dt="2025-07-17T03:59:52.853" v="4538" actId="26606"/>
          <ac:spMkLst>
            <pc:docMk/>
            <pc:sldMk cId="939433877" sldId="272"/>
            <ac:spMk id="9" creationId="{AA330523-F25B-4007-B3E5-ABB5637D160A}"/>
          </ac:spMkLst>
        </pc:spChg>
        <pc:spChg chg="add del">
          <ac:chgData name="Cameron McClellan" userId="3f787cd3b23a3302" providerId="LiveId" clId="{43FFCAA1-1FAA-4349-B296-5E3975CC2F61}" dt="2025-07-17T03:59:47.824" v="4535" actId="26606"/>
          <ac:spMkLst>
            <pc:docMk/>
            <pc:sldMk cId="939433877" sldId="272"/>
            <ac:spMk id="12" creationId="{5A7802B6-FF37-40CF-A7E2-6F2A0D9A91EF}"/>
          </ac:spMkLst>
        </pc:spChg>
        <pc:picChg chg="add mod">
          <ac:chgData name="Cameron McClellan" userId="3f787cd3b23a3302" providerId="LiveId" clId="{43FFCAA1-1FAA-4349-B296-5E3975CC2F61}" dt="2025-07-17T03:59:52.853" v="4538" actId="26606"/>
          <ac:picMkLst>
            <pc:docMk/>
            <pc:sldMk cId="939433877" sldId="272"/>
            <ac:picMk id="7" creationId="{183B3710-32BD-3B13-D413-40CAB26BE544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8A61E3-D0C0-4FA3-95E4-9DE3BD04D3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153693-08C2-497C-B8A3-C6212322371A}">
      <dgm:prSet/>
      <dgm:spPr/>
      <dgm:t>
        <a:bodyPr/>
        <a:lstStyle/>
        <a:p>
          <a:r>
            <a:rPr lang="en-US" dirty="0"/>
            <a:t>Lauren Condie – the inspiration for </a:t>
          </a:r>
          <a:r>
            <a:rPr lang="en-US" dirty="0" err="1"/>
            <a:t>theme_lc</a:t>
          </a:r>
          <a:r>
            <a:rPr lang="en-US" dirty="0"/>
            <a:t> was taken from Lauren Condie’s work, hence the name: </a:t>
          </a:r>
          <a:r>
            <a:rPr lang="en-US" dirty="0" err="1"/>
            <a:t>theme_lc</a:t>
          </a:r>
          <a:endParaRPr lang="en-US" dirty="0"/>
        </a:p>
      </dgm:t>
    </dgm:pt>
    <dgm:pt modelId="{BA2E2120-41A6-42D6-AA8E-C9087FBF8270}" type="parTrans" cxnId="{9CDE7517-F78B-4CB0-967C-2026B25C5468}">
      <dgm:prSet/>
      <dgm:spPr/>
      <dgm:t>
        <a:bodyPr/>
        <a:lstStyle/>
        <a:p>
          <a:endParaRPr lang="en-US"/>
        </a:p>
      </dgm:t>
    </dgm:pt>
    <dgm:pt modelId="{D1B491A2-F4D1-490F-BB90-6C35ABFE1209}" type="sibTrans" cxnId="{9CDE7517-F78B-4CB0-967C-2026B25C5468}">
      <dgm:prSet/>
      <dgm:spPr/>
      <dgm:t>
        <a:bodyPr/>
        <a:lstStyle/>
        <a:p>
          <a:endParaRPr lang="en-US"/>
        </a:p>
      </dgm:t>
    </dgm:pt>
    <dgm:pt modelId="{1595CC70-4D90-4964-90C2-34E06CE5D0AC}">
      <dgm:prSet/>
      <dgm:spPr/>
      <dgm:t>
        <a:bodyPr/>
        <a:lstStyle/>
        <a:p>
          <a:r>
            <a:rPr lang="en-US"/>
            <a:t>James Beeson – inspiration for geom_slice was taken from James’ work before diving deeper into the ggplot and ggproto</a:t>
          </a:r>
        </a:p>
      </dgm:t>
    </dgm:pt>
    <dgm:pt modelId="{E78BEE50-3010-494B-8AB7-BBE0AC99639F}" type="parTrans" cxnId="{7A88C3CD-B3B0-4815-A897-F713F22AC01B}">
      <dgm:prSet/>
      <dgm:spPr/>
      <dgm:t>
        <a:bodyPr/>
        <a:lstStyle/>
        <a:p>
          <a:endParaRPr lang="en-US"/>
        </a:p>
      </dgm:t>
    </dgm:pt>
    <dgm:pt modelId="{9447354F-E3C4-4910-9565-99E46DC770ED}" type="sibTrans" cxnId="{7A88C3CD-B3B0-4815-A897-F713F22AC01B}">
      <dgm:prSet/>
      <dgm:spPr/>
      <dgm:t>
        <a:bodyPr/>
        <a:lstStyle/>
        <a:p>
          <a:endParaRPr lang="en-US"/>
        </a:p>
      </dgm:t>
    </dgm:pt>
    <dgm:pt modelId="{D29E0CC6-3CF7-469F-A2DD-504B4EF2DC74}">
      <dgm:prSet/>
      <dgm:spPr/>
      <dgm:t>
        <a:bodyPr/>
        <a:lstStyle/>
        <a:p>
          <a:r>
            <a:rPr lang="en-US" dirty="0"/>
            <a:t>Christian Haroldsen – creator of the </a:t>
          </a:r>
          <a:r>
            <a:rPr lang="en-US" dirty="0" err="1"/>
            <a:t>Applr</a:t>
          </a:r>
          <a:r>
            <a:rPr lang="en-US" dirty="0"/>
            <a:t> logo</a:t>
          </a:r>
        </a:p>
      </dgm:t>
    </dgm:pt>
    <dgm:pt modelId="{FD7AA01E-5D53-4CD8-9789-729101D8BE01}" type="parTrans" cxnId="{0E9BCB3E-58B7-43BA-A725-890F11DEF9F1}">
      <dgm:prSet/>
      <dgm:spPr/>
      <dgm:t>
        <a:bodyPr/>
        <a:lstStyle/>
        <a:p>
          <a:endParaRPr lang="en-US"/>
        </a:p>
      </dgm:t>
    </dgm:pt>
    <dgm:pt modelId="{C51EDD53-2877-42BB-89CB-7941A323464A}" type="sibTrans" cxnId="{0E9BCB3E-58B7-43BA-A725-890F11DEF9F1}">
      <dgm:prSet/>
      <dgm:spPr/>
      <dgm:t>
        <a:bodyPr/>
        <a:lstStyle/>
        <a:p>
          <a:endParaRPr lang="en-US"/>
        </a:p>
      </dgm:t>
    </dgm:pt>
    <dgm:pt modelId="{6D2E11CE-2432-4EE9-A2EC-4C9415AE74EF}" type="pres">
      <dgm:prSet presAssocID="{838A61E3-D0C0-4FA3-95E4-9DE3BD04D35D}" presName="root" presStyleCnt="0">
        <dgm:presLayoutVars>
          <dgm:dir/>
          <dgm:resizeHandles val="exact"/>
        </dgm:presLayoutVars>
      </dgm:prSet>
      <dgm:spPr/>
    </dgm:pt>
    <dgm:pt modelId="{132CEA09-D4DA-4645-9928-3072CF55A600}" type="pres">
      <dgm:prSet presAssocID="{12153693-08C2-497C-B8A3-C6212322371A}" presName="compNode" presStyleCnt="0"/>
      <dgm:spPr/>
    </dgm:pt>
    <dgm:pt modelId="{EF7C9AD6-2C78-4AF6-AA0B-DDBE89811DB2}" type="pres">
      <dgm:prSet presAssocID="{12153693-08C2-497C-B8A3-C6212322371A}" presName="bgRect" presStyleLbl="bgShp" presStyleIdx="0" presStyleCnt="3"/>
      <dgm:spPr/>
    </dgm:pt>
    <dgm:pt modelId="{FFA7E47B-1991-4C57-9DA8-3173D8216E1D}" type="pres">
      <dgm:prSet presAssocID="{12153693-08C2-497C-B8A3-C621232237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g with solid fill"/>
        </a:ext>
      </dgm:extLst>
    </dgm:pt>
    <dgm:pt modelId="{F45CDB5E-A1A8-4B44-A59C-4032139FDE0B}" type="pres">
      <dgm:prSet presAssocID="{12153693-08C2-497C-B8A3-C6212322371A}" presName="spaceRect" presStyleCnt="0"/>
      <dgm:spPr/>
    </dgm:pt>
    <dgm:pt modelId="{AD708008-4EF9-4553-BBBD-7A13616F36C6}" type="pres">
      <dgm:prSet presAssocID="{12153693-08C2-497C-B8A3-C6212322371A}" presName="parTx" presStyleLbl="revTx" presStyleIdx="0" presStyleCnt="3">
        <dgm:presLayoutVars>
          <dgm:chMax val="0"/>
          <dgm:chPref val="0"/>
        </dgm:presLayoutVars>
      </dgm:prSet>
      <dgm:spPr/>
    </dgm:pt>
    <dgm:pt modelId="{7ED1B1A0-0AF3-4BE2-BD05-A3E18808502B}" type="pres">
      <dgm:prSet presAssocID="{D1B491A2-F4D1-490F-BB90-6C35ABFE1209}" presName="sibTrans" presStyleCnt="0"/>
      <dgm:spPr/>
    </dgm:pt>
    <dgm:pt modelId="{4A0F3891-5476-4CD3-AAA1-867BEE65E9E9}" type="pres">
      <dgm:prSet presAssocID="{1595CC70-4D90-4964-90C2-34E06CE5D0AC}" presName="compNode" presStyleCnt="0"/>
      <dgm:spPr/>
    </dgm:pt>
    <dgm:pt modelId="{A4AEBFA2-2777-44C1-8AF0-88542EFEC766}" type="pres">
      <dgm:prSet presAssocID="{1595CC70-4D90-4964-90C2-34E06CE5D0AC}" presName="bgRect" presStyleLbl="bgShp" presStyleIdx="1" presStyleCnt="3"/>
      <dgm:spPr/>
    </dgm:pt>
    <dgm:pt modelId="{ED2D1B31-ECB2-401D-AE0B-642CA7C2BD5C}" type="pres">
      <dgm:prSet presAssocID="{1595CC70-4D90-4964-90C2-34E06CE5D0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 male with solid fill"/>
        </a:ext>
      </dgm:extLst>
    </dgm:pt>
    <dgm:pt modelId="{16AF30A4-8069-47C9-A0DD-3DAA5792E9DD}" type="pres">
      <dgm:prSet presAssocID="{1595CC70-4D90-4964-90C2-34E06CE5D0AC}" presName="spaceRect" presStyleCnt="0"/>
      <dgm:spPr/>
    </dgm:pt>
    <dgm:pt modelId="{BF759D80-FF91-4951-AC33-84EF2D3D4352}" type="pres">
      <dgm:prSet presAssocID="{1595CC70-4D90-4964-90C2-34E06CE5D0AC}" presName="parTx" presStyleLbl="revTx" presStyleIdx="1" presStyleCnt="3">
        <dgm:presLayoutVars>
          <dgm:chMax val="0"/>
          <dgm:chPref val="0"/>
        </dgm:presLayoutVars>
      </dgm:prSet>
      <dgm:spPr/>
    </dgm:pt>
    <dgm:pt modelId="{D1EB4A8F-FF24-4C2C-9ED5-B046ADC8B310}" type="pres">
      <dgm:prSet presAssocID="{9447354F-E3C4-4910-9565-99E46DC770ED}" presName="sibTrans" presStyleCnt="0"/>
      <dgm:spPr/>
    </dgm:pt>
    <dgm:pt modelId="{7654448E-3826-4396-9CFD-D6BEE37E9111}" type="pres">
      <dgm:prSet presAssocID="{D29E0CC6-3CF7-469F-A2DD-504B4EF2DC74}" presName="compNode" presStyleCnt="0"/>
      <dgm:spPr/>
    </dgm:pt>
    <dgm:pt modelId="{611CBD3B-3209-41FC-BDA3-CDACBEAA3969}" type="pres">
      <dgm:prSet presAssocID="{D29E0CC6-3CF7-469F-A2DD-504B4EF2DC74}" presName="bgRect" presStyleLbl="bgShp" presStyleIdx="2" presStyleCnt="3"/>
      <dgm:spPr/>
    </dgm:pt>
    <dgm:pt modelId="{7DD6A40F-1777-4A73-BFEF-91087E1FA30D}" type="pres">
      <dgm:prSet presAssocID="{D29E0CC6-3CF7-469F-A2DD-504B4EF2DC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int brush with solid fill"/>
        </a:ext>
      </dgm:extLst>
    </dgm:pt>
    <dgm:pt modelId="{3D80E168-3BBA-4C28-A341-A0500CAD4044}" type="pres">
      <dgm:prSet presAssocID="{D29E0CC6-3CF7-469F-A2DD-504B4EF2DC74}" presName="spaceRect" presStyleCnt="0"/>
      <dgm:spPr/>
    </dgm:pt>
    <dgm:pt modelId="{4F30FC02-C418-4842-B898-C7A6B20E7BE1}" type="pres">
      <dgm:prSet presAssocID="{D29E0CC6-3CF7-469F-A2DD-504B4EF2DC7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CDE7517-F78B-4CB0-967C-2026B25C5468}" srcId="{838A61E3-D0C0-4FA3-95E4-9DE3BD04D35D}" destId="{12153693-08C2-497C-B8A3-C6212322371A}" srcOrd="0" destOrd="0" parTransId="{BA2E2120-41A6-42D6-AA8E-C9087FBF8270}" sibTransId="{D1B491A2-F4D1-490F-BB90-6C35ABFE1209}"/>
    <dgm:cxn modelId="{BA267F29-D6F9-4FED-B406-3CCAA03082D6}" type="presOf" srcId="{838A61E3-D0C0-4FA3-95E4-9DE3BD04D35D}" destId="{6D2E11CE-2432-4EE9-A2EC-4C9415AE74EF}" srcOrd="0" destOrd="0" presId="urn:microsoft.com/office/officeart/2018/2/layout/IconVerticalSolidList"/>
    <dgm:cxn modelId="{0E9BCB3E-58B7-43BA-A725-890F11DEF9F1}" srcId="{838A61E3-D0C0-4FA3-95E4-9DE3BD04D35D}" destId="{D29E0CC6-3CF7-469F-A2DD-504B4EF2DC74}" srcOrd="2" destOrd="0" parTransId="{FD7AA01E-5D53-4CD8-9789-729101D8BE01}" sibTransId="{C51EDD53-2877-42BB-89CB-7941A323464A}"/>
    <dgm:cxn modelId="{685E274D-B651-4055-8868-4F69C73E1B82}" type="presOf" srcId="{12153693-08C2-497C-B8A3-C6212322371A}" destId="{AD708008-4EF9-4553-BBBD-7A13616F36C6}" srcOrd="0" destOrd="0" presId="urn:microsoft.com/office/officeart/2018/2/layout/IconVerticalSolidList"/>
    <dgm:cxn modelId="{E8AE7DAC-2703-4726-B8CC-67A3E6440CAA}" type="presOf" srcId="{1595CC70-4D90-4964-90C2-34E06CE5D0AC}" destId="{BF759D80-FF91-4951-AC33-84EF2D3D4352}" srcOrd="0" destOrd="0" presId="urn:microsoft.com/office/officeart/2018/2/layout/IconVerticalSolidList"/>
    <dgm:cxn modelId="{7A88C3CD-B3B0-4815-A897-F713F22AC01B}" srcId="{838A61E3-D0C0-4FA3-95E4-9DE3BD04D35D}" destId="{1595CC70-4D90-4964-90C2-34E06CE5D0AC}" srcOrd="1" destOrd="0" parTransId="{E78BEE50-3010-494B-8AB7-BBE0AC99639F}" sibTransId="{9447354F-E3C4-4910-9565-99E46DC770ED}"/>
    <dgm:cxn modelId="{A9B369E5-4434-40ED-8A94-49BA14E4CE8C}" type="presOf" srcId="{D29E0CC6-3CF7-469F-A2DD-504B4EF2DC74}" destId="{4F30FC02-C418-4842-B898-C7A6B20E7BE1}" srcOrd="0" destOrd="0" presId="urn:microsoft.com/office/officeart/2018/2/layout/IconVerticalSolidList"/>
    <dgm:cxn modelId="{4FEE8F78-979A-4E86-8C9E-1BCDB611295F}" type="presParOf" srcId="{6D2E11CE-2432-4EE9-A2EC-4C9415AE74EF}" destId="{132CEA09-D4DA-4645-9928-3072CF55A600}" srcOrd="0" destOrd="0" presId="urn:microsoft.com/office/officeart/2018/2/layout/IconVerticalSolidList"/>
    <dgm:cxn modelId="{6D08A2EC-9BB9-4D03-AEF5-E05B5926B3E0}" type="presParOf" srcId="{132CEA09-D4DA-4645-9928-3072CF55A600}" destId="{EF7C9AD6-2C78-4AF6-AA0B-DDBE89811DB2}" srcOrd="0" destOrd="0" presId="urn:microsoft.com/office/officeart/2018/2/layout/IconVerticalSolidList"/>
    <dgm:cxn modelId="{EBC6188F-5CD8-48EA-89D3-EA534EF82340}" type="presParOf" srcId="{132CEA09-D4DA-4645-9928-3072CF55A600}" destId="{FFA7E47B-1991-4C57-9DA8-3173D8216E1D}" srcOrd="1" destOrd="0" presId="urn:microsoft.com/office/officeart/2018/2/layout/IconVerticalSolidList"/>
    <dgm:cxn modelId="{5A8A32D6-8741-48A6-B3CA-BD74576AE904}" type="presParOf" srcId="{132CEA09-D4DA-4645-9928-3072CF55A600}" destId="{F45CDB5E-A1A8-4B44-A59C-4032139FDE0B}" srcOrd="2" destOrd="0" presId="urn:microsoft.com/office/officeart/2018/2/layout/IconVerticalSolidList"/>
    <dgm:cxn modelId="{81165CDC-A2D6-4370-81A8-DA9D0730B3B0}" type="presParOf" srcId="{132CEA09-D4DA-4645-9928-3072CF55A600}" destId="{AD708008-4EF9-4553-BBBD-7A13616F36C6}" srcOrd="3" destOrd="0" presId="urn:microsoft.com/office/officeart/2018/2/layout/IconVerticalSolidList"/>
    <dgm:cxn modelId="{3493384F-B68B-41C1-9ED0-5E4B2A77CC63}" type="presParOf" srcId="{6D2E11CE-2432-4EE9-A2EC-4C9415AE74EF}" destId="{7ED1B1A0-0AF3-4BE2-BD05-A3E18808502B}" srcOrd="1" destOrd="0" presId="urn:microsoft.com/office/officeart/2018/2/layout/IconVerticalSolidList"/>
    <dgm:cxn modelId="{F1CB7C8D-0062-495C-8412-9790F6D42B06}" type="presParOf" srcId="{6D2E11CE-2432-4EE9-A2EC-4C9415AE74EF}" destId="{4A0F3891-5476-4CD3-AAA1-867BEE65E9E9}" srcOrd="2" destOrd="0" presId="urn:microsoft.com/office/officeart/2018/2/layout/IconVerticalSolidList"/>
    <dgm:cxn modelId="{FFAE27C7-B0A0-4725-B338-487A6A94FD2F}" type="presParOf" srcId="{4A0F3891-5476-4CD3-AAA1-867BEE65E9E9}" destId="{A4AEBFA2-2777-44C1-8AF0-88542EFEC766}" srcOrd="0" destOrd="0" presId="urn:microsoft.com/office/officeart/2018/2/layout/IconVerticalSolidList"/>
    <dgm:cxn modelId="{F82A4A1C-0AF8-4F7A-8ED7-517FAAEEE8DC}" type="presParOf" srcId="{4A0F3891-5476-4CD3-AAA1-867BEE65E9E9}" destId="{ED2D1B31-ECB2-401D-AE0B-642CA7C2BD5C}" srcOrd="1" destOrd="0" presId="urn:microsoft.com/office/officeart/2018/2/layout/IconVerticalSolidList"/>
    <dgm:cxn modelId="{D10B789E-843C-473A-A534-1FA6E57F8B73}" type="presParOf" srcId="{4A0F3891-5476-4CD3-AAA1-867BEE65E9E9}" destId="{16AF30A4-8069-47C9-A0DD-3DAA5792E9DD}" srcOrd="2" destOrd="0" presId="urn:microsoft.com/office/officeart/2018/2/layout/IconVerticalSolidList"/>
    <dgm:cxn modelId="{3D22CAAC-A374-496E-B34F-D3532D94B683}" type="presParOf" srcId="{4A0F3891-5476-4CD3-AAA1-867BEE65E9E9}" destId="{BF759D80-FF91-4951-AC33-84EF2D3D4352}" srcOrd="3" destOrd="0" presId="urn:microsoft.com/office/officeart/2018/2/layout/IconVerticalSolidList"/>
    <dgm:cxn modelId="{54FE3D32-B3F6-4E52-AEF5-49ADD3851EE9}" type="presParOf" srcId="{6D2E11CE-2432-4EE9-A2EC-4C9415AE74EF}" destId="{D1EB4A8F-FF24-4C2C-9ED5-B046ADC8B310}" srcOrd="3" destOrd="0" presId="urn:microsoft.com/office/officeart/2018/2/layout/IconVerticalSolidList"/>
    <dgm:cxn modelId="{8CD6726A-499C-4BEF-9762-2575A116E300}" type="presParOf" srcId="{6D2E11CE-2432-4EE9-A2EC-4C9415AE74EF}" destId="{7654448E-3826-4396-9CFD-D6BEE37E9111}" srcOrd="4" destOrd="0" presId="urn:microsoft.com/office/officeart/2018/2/layout/IconVerticalSolidList"/>
    <dgm:cxn modelId="{AC866C6A-32FB-4293-8C17-B987F03D8C51}" type="presParOf" srcId="{7654448E-3826-4396-9CFD-D6BEE37E9111}" destId="{611CBD3B-3209-41FC-BDA3-CDACBEAA3969}" srcOrd="0" destOrd="0" presId="urn:microsoft.com/office/officeart/2018/2/layout/IconVerticalSolidList"/>
    <dgm:cxn modelId="{42519960-8E99-4501-ADFE-FF8FA0C0B9C0}" type="presParOf" srcId="{7654448E-3826-4396-9CFD-D6BEE37E9111}" destId="{7DD6A40F-1777-4A73-BFEF-91087E1FA30D}" srcOrd="1" destOrd="0" presId="urn:microsoft.com/office/officeart/2018/2/layout/IconVerticalSolidList"/>
    <dgm:cxn modelId="{6D0E5808-FCAD-41D1-8CCA-D8CD4450CBBA}" type="presParOf" srcId="{7654448E-3826-4396-9CFD-D6BEE37E9111}" destId="{3D80E168-3BBA-4C28-A341-A0500CAD4044}" srcOrd="2" destOrd="0" presId="urn:microsoft.com/office/officeart/2018/2/layout/IconVerticalSolidList"/>
    <dgm:cxn modelId="{C8FE0C53-01BC-42AC-8F2A-CF31F8372E5D}" type="presParOf" srcId="{7654448E-3826-4396-9CFD-D6BEE37E9111}" destId="{4F30FC02-C418-4842-B898-C7A6B20E7B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C9AD6-2C78-4AF6-AA0B-DDBE89811DB2}">
      <dsp:nvSpPr>
        <dsp:cNvPr id="0" name=""/>
        <dsp:cNvSpPr/>
      </dsp:nvSpPr>
      <dsp:spPr>
        <a:xfrm>
          <a:off x="0" y="607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7E47B-1991-4C57-9DA8-3173D8216E1D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08008-4EF9-4553-BBBD-7A13616F36C6}">
      <dsp:nvSpPr>
        <dsp:cNvPr id="0" name=""/>
        <dsp:cNvSpPr/>
      </dsp:nvSpPr>
      <dsp:spPr>
        <a:xfrm>
          <a:off x="1642860" y="607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Lauren Condie – the inspiration for </a:t>
          </a:r>
          <a:r>
            <a:rPr lang="en-US" sz="2100" kern="1200" dirty="0" err="1"/>
            <a:t>theme_lc</a:t>
          </a:r>
          <a:r>
            <a:rPr lang="en-US" sz="2100" kern="1200" dirty="0"/>
            <a:t> was taken from Lauren Condie’s work, hence the name: </a:t>
          </a:r>
          <a:r>
            <a:rPr lang="en-US" sz="2100" kern="1200" dirty="0" err="1"/>
            <a:t>theme_lc</a:t>
          </a:r>
          <a:endParaRPr lang="en-US" sz="2100" kern="1200" dirty="0"/>
        </a:p>
      </dsp:txBody>
      <dsp:txXfrm>
        <a:off x="1642860" y="607"/>
        <a:ext cx="4985943" cy="1422390"/>
      </dsp:txXfrm>
    </dsp:sp>
    <dsp:sp modelId="{A4AEBFA2-2777-44C1-8AF0-88542EFEC766}">
      <dsp:nvSpPr>
        <dsp:cNvPr id="0" name=""/>
        <dsp:cNvSpPr/>
      </dsp:nvSpPr>
      <dsp:spPr>
        <a:xfrm>
          <a:off x="0" y="1778595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D1B31-ECB2-401D-AE0B-642CA7C2BD5C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59D80-FF91-4951-AC33-84EF2D3D4352}">
      <dsp:nvSpPr>
        <dsp:cNvPr id="0" name=""/>
        <dsp:cNvSpPr/>
      </dsp:nvSpPr>
      <dsp:spPr>
        <a:xfrm>
          <a:off x="1642860" y="1778595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James Beeson – inspiration for geom_slice was taken from James’ work before diving deeper into the ggplot and ggproto</a:t>
          </a:r>
        </a:p>
      </dsp:txBody>
      <dsp:txXfrm>
        <a:off x="1642860" y="1778595"/>
        <a:ext cx="4985943" cy="1422390"/>
      </dsp:txXfrm>
    </dsp:sp>
    <dsp:sp modelId="{611CBD3B-3209-41FC-BDA3-CDACBEAA3969}">
      <dsp:nvSpPr>
        <dsp:cNvPr id="0" name=""/>
        <dsp:cNvSpPr/>
      </dsp:nvSpPr>
      <dsp:spPr>
        <a:xfrm>
          <a:off x="0" y="3556583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6A40F-1777-4A73-BFEF-91087E1FA30D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0FC02-C418-4842-B898-C7A6B20E7BE1}">
      <dsp:nvSpPr>
        <dsp:cNvPr id="0" name=""/>
        <dsp:cNvSpPr/>
      </dsp:nvSpPr>
      <dsp:spPr>
        <a:xfrm>
          <a:off x="1642860" y="3556583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Christian Haroldsen – creator of the </a:t>
          </a:r>
          <a:r>
            <a:rPr lang="en-US" sz="2100" kern="1200" dirty="0" err="1"/>
            <a:t>Applr</a:t>
          </a:r>
          <a:r>
            <a:rPr lang="en-US" sz="2100" kern="1200" dirty="0"/>
            <a:t> logo</a:t>
          </a:r>
        </a:p>
      </dsp:txBody>
      <dsp:txXfrm>
        <a:off x="1642860" y="3556583"/>
        <a:ext cx="4985943" cy="1422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9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68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61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45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17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13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5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4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5998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26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1810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25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86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2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099E-F922-46BE-BACA-D2C27F22641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38EA349-22DC-4225-AB32-B9A3B81E6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3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29EF0BC-2FAD-7940-E115-9FBDCA9B5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1983" y="4553713"/>
            <a:ext cx="8288032" cy="109631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/>
              <a:t>R Helper Package for </a:t>
            </a:r>
            <a:br>
              <a:rPr lang="en-US" sz="3400" dirty="0"/>
            </a:br>
            <a:r>
              <a:rPr lang="en-US" sz="3400" dirty="0"/>
              <a:t>Applied Linear Regression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52FBDC5E-F4E6-B9DB-7349-D4B66029B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1983" y="5636677"/>
            <a:ext cx="8288032" cy="46912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Authored by Cameron McClellan and Garrett Saunders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83B7CE-8D79-DC7C-02E7-A9618944C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8464" y="263039"/>
            <a:ext cx="3535069" cy="408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70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C9448-1804-BD35-4C7F-D5F4064BC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US"/>
              <a:t>Purpose</a:t>
            </a: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CEBC1-D0A8-7F0B-C216-DC2722FCF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421" y="2998706"/>
            <a:ext cx="6341016" cy="2599255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Two main goals:</a:t>
            </a:r>
          </a:p>
          <a:p>
            <a:pPr lvl="1">
              <a:lnSpc>
                <a:spcPct val="250000"/>
              </a:lnSpc>
            </a:pPr>
            <a:r>
              <a:rPr lang="en-US" sz="2000" dirty="0"/>
              <a:t>Help MATH425 students</a:t>
            </a:r>
          </a:p>
          <a:p>
            <a:pPr lvl="1">
              <a:lnSpc>
                <a:spcPct val="250000"/>
              </a:lnSpc>
            </a:pPr>
            <a:r>
              <a:rPr lang="en-US" sz="2000" dirty="0"/>
              <a:t>Simplify visualizing high dimensional models</a:t>
            </a:r>
          </a:p>
          <a:p>
            <a:pPr lvl="1">
              <a:lnSpc>
                <a:spcPct val="250000"/>
              </a:lnSpc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7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 descr="A calculus formula">
            <a:extLst>
              <a:ext uri="{FF2B5EF4-FFF2-40B4-BE49-F238E27FC236}">
                <a16:creationId xmlns:a16="http://schemas.microsoft.com/office/drawing/2014/main" id="{920C66F1-CCF6-7C97-2245-B2D0D41DEE3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16183" r="15048" b="-2"/>
          <a:stretch>
            <a:fillRect/>
          </a:stretch>
        </p:blipFill>
        <p:spPr>
          <a:xfrm>
            <a:off x="5123543" y="-1"/>
            <a:ext cx="706528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83EFBC9-264D-7153-4CC5-A0D4A01F7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6" y="1678666"/>
            <a:ext cx="5123515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/>
              <a:t>FUNCTIONS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6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4FBB-E70D-CE01-FCCD-11E6603F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theme_lc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812B2-9A30-BDB9-54CE-511CC24D2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567" y="609600"/>
            <a:ext cx="4340943" cy="7079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custom </a:t>
            </a:r>
            <a:r>
              <a:rPr lang="en-US" dirty="0" err="1"/>
              <a:t>ggplot</a:t>
            </a:r>
            <a:r>
              <a:rPr lang="en-US" dirty="0"/>
              <a:t> theme that modifies the visual aesthetics of a graph.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11BED-1455-ED46-99E3-561023332D7D}"/>
              </a:ext>
            </a:extLst>
          </p:cNvPr>
          <p:cNvSpPr txBox="1"/>
          <p:nvPr/>
        </p:nvSpPr>
        <p:spPr>
          <a:xfrm>
            <a:off x="413423" y="1532080"/>
            <a:ext cx="103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Before:</a:t>
            </a:r>
          </a:p>
        </p:txBody>
      </p:sp>
      <p:pic>
        <p:nvPicPr>
          <p:cNvPr id="6" name="Picture 5" descr="A graph with black dots&#10;&#10;AI-generated content may be incorrect.">
            <a:extLst>
              <a:ext uri="{FF2B5EF4-FFF2-40B4-BE49-F238E27FC236}">
                <a16:creationId xmlns:a16="http://schemas.microsoft.com/office/drawing/2014/main" id="{4A6031E1-F7CD-522E-15E6-5FBB30C05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9" y="1901412"/>
            <a:ext cx="5709979" cy="38209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910A1D-2661-78E4-149D-25D066D91276}"/>
              </a:ext>
            </a:extLst>
          </p:cNvPr>
          <p:cNvSpPr txBox="1"/>
          <p:nvPr/>
        </p:nvSpPr>
        <p:spPr>
          <a:xfrm>
            <a:off x="6607823" y="1347414"/>
            <a:ext cx="80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After:</a:t>
            </a:r>
          </a:p>
        </p:txBody>
      </p:sp>
      <p:pic>
        <p:nvPicPr>
          <p:cNvPr id="9" name="Picture 8" descr="A grid with black dots&#10;&#10;AI-generated content may be incorrect.">
            <a:extLst>
              <a:ext uri="{FF2B5EF4-FFF2-40B4-BE49-F238E27FC236}">
                <a16:creationId xmlns:a16="http://schemas.microsoft.com/office/drawing/2014/main" id="{23FE0C46-DC4E-0708-2A35-930F65254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313" y="1862647"/>
            <a:ext cx="5767907" cy="385972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3859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4638-3374-5520-6F87-6F12217F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693969" cy="648929"/>
          </a:xfrm>
        </p:spPr>
        <p:txBody>
          <a:bodyPr/>
          <a:lstStyle/>
          <a:p>
            <a:r>
              <a:rPr lang="en-US" dirty="0" err="1"/>
              <a:t>lm_equation</a:t>
            </a:r>
            <a:r>
              <a:rPr lang="en-US" dirty="0"/>
              <a:t> and </a:t>
            </a:r>
            <a:r>
              <a:rPr lang="en-US" dirty="0" err="1"/>
              <a:t>lm_latex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F03E2-7DA0-C4A8-9C48-6E748A2D4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76" y="1678809"/>
            <a:ext cx="3353892" cy="2224597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lm_equation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Returns the equation of a function – including variable names. Useful for those trying to understand how each variable of a model affects the overall outcome.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287008-E3B7-EDCA-6FCE-9D13DB3B322D}"/>
              </a:ext>
            </a:extLst>
          </p:cNvPr>
          <p:cNvSpPr txBox="1">
            <a:spLocks/>
          </p:cNvSpPr>
          <p:nvPr/>
        </p:nvSpPr>
        <p:spPr>
          <a:xfrm>
            <a:off x="598676" y="4382732"/>
            <a:ext cx="3353892" cy="1698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 err="1"/>
              <a:t>lm_latex</a:t>
            </a:r>
            <a:r>
              <a:rPr lang="en-US" b="1" dirty="0"/>
              <a:t>: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Returns the equation of a function in latex format – making it easy to display equations in html formatting.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E82BC5-43FB-B371-0CB9-FE0EA344C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293" y="1952229"/>
            <a:ext cx="5839640" cy="6287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D4AA93-7BB4-9FA1-C210-B3D3CCD4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9" t="13250"/>
          <a:stretch>
            <a:fillRect/>
          </a:stretch>
        </p:blipFill>
        <p:spPr>
          <a:xfrm>
            <a:off x="4548293" y="2870929"/>
            <a:ext cx="5578986" cy="2727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EE06A0-5C1E-A02E-8F88-64C26C7B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293" y="4219815"/>
            <a:ext cx="5288783" cy="6600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081333-7ADB-52D7-8F95-A2193109D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8293" y="5078369"/>
            <a:ext cx="7097108" cy="3072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B37034-FE73-B7D0-9C82-D7EDB7926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8293" y="5641044"/>
            <a:ext cx="5325218" cy="96215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5717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C1571-40EE-F03D-FB67-A93706F3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2527982" cy="668594"/>
          </a:xfrm>
        </p:spPr>
        <p:txBody>
          <a:bodyPr/>
          <a:lstStyle/>
          <a:p>
            <a:r>
              <a:rPr lang="en-US" dirty="0"/>
              <a:t>scatter_3d: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09797-5C1B-BBDA-BBCE-E8910D6CA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373" y="741082"/>
            <a:ext cx="5133531" cy="40563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function designed to make 3D modeling easier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22298-22E1-05BA-E8D5-E084877DB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460" y="1526180"/>
            <a:ext cx="3757060" cy="25154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C44B2B-4C5B-360E-1E89-00EED011A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395" y="1526180"/>
            <a:ext cx="3912385" cy="26472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008F4E-ED34-5158-8E30-18320B2CFAC5}"/>
              </a:ext>
            </a:extLst>
          </p:cNvPr>
          <p:cNvSpPr txBox="1"/>
          <p:nvPr/>
        </p:nvSpPr>
        <p:spPr>
          <a:xfrm>
            <a:off x="792480" y="2470368"/>
            <a:ext cx="200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Before: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9CFA0-9AFE-F9D6-BD60-DE64C9628B7B}"/>
              </a:ext>
            </a:extLst>
          </p:cNvPr>
          <p:cNvSpPr txBox="1"/>
          <p:nvPr/>
        </p:nvSpPr>
        <p:spPr>
          <a:xfrm>
            <a:off x="792480" y="5090160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After:</a:t>
            </a:r>
          </a:p>
        </p:txBody>
      </p:sp>
      <p:pic>
        <p:nvPicPr>
          <p:cNvPr id="11" name="Picture 10" descr="A graph with blue dots and numbers&#10;&#10;AI-generated content may be incorrect.">
            <a:extLst>
              <a:ext uri="{FF2B5EF4-FFF2-40B4-BE49-F238E27FC236}">
                <a16:creationId xmlns:a16="http://schemas.microsoft.com/office/drawing/2014/main" id="{F131C1DF-36F8-DD78-CFAC-D4F8CA4E6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460" y="4173456"/>
            <a:ext cx="3757060" cy="25154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6C708A-95AB-3ED1-0C57-557AA0B1CC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299"/>
          <a:stretch>
            <a:fillRect/>
          </a:stretch>
        </p:blipFill>
        <p:spPr>
          <a:xfrm>
            <a:off x="2973395" y="5090160"/>
            <a:ext cx="3911600" cy="5232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1801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7FAE-DF52-2174-B1B4-A5E893C1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1278"/>
            <a:ext cx="1997040" cy="727587"/>
          </a:xfrm>
        </p:spPr>
        <p:txBody>
          <a:bodyPr/>
          <a:lstStyle/>
          <a:p>
            <a:r>
              <a:rPr lang="en-US" dirty="0" err="1"/>
              <a:t>draw_it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08E6C-D701-800F-6D33-8BD5DCA08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374" y="511278"/>
            <a:ext cx="6932834" cy="7275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function designed to help graph custom slices of a model. Fully customizable and requires that students input values for variables within the model.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9CBB-256D-899E-C79D-1D45767E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59" y="3927716"/>
            <a:ext cx="5350868" cy="10591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15FF11-B878-BA18-31C0-6F900E3FBDF6}"/>
              </a:ext>
            </a:extLst>
          </p:cNvPr>
          <p:cNvSpPr txBox="1"/>
          <p:nvPr/>
        </p:nvSpPr>
        <p:spPr>
          <a:xfrm>
            <a:off x="1536454" y="2074456"/>
            <a:ext cx="227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not complete: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ECE9A2-AEC6-DEF2-6BCD-84C21C891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791" y="2760729"/>
            <a:ext cx="5350868" cy="8498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8EBD2B-C3EE-D3F7-331F-33A638126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60" y="2869722"/>
            <a:ext cx="5350868" cy="8265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 descr="A graph of a graph with dots and lines&#10;&#10;AI-generated content may be incorrect.">
            <a:extLst>
              <a:ext uri="{FF2B5EF4-FFF2-40B4-BE49-F238E27FC236}">
                <a16:creationId xmlns:a16="http://schemas.microsoft.com/office/drawing/2014/main" id="{C9DC9DE4-D4BC-AE89-C5F3-5F48B48429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0" r="4751" b="4284"/>
          <a:stretch>
            <a:fillRect/>
          </a:stretch>
        </p:blipFill>
        <p:spPr>
          <a:xfrm>
            <a:off x="6096000" y="3927715"/>
            <a:ext cx="5373906" cy="27483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F5B8D3-585E-C0CD-BCC6-B049C467D94B}"/>
              </a:ext>
            </a:extLst>
          </p:cNvPr>
          <p:cNvSpPr txBox="1"/>
          <p:nvPr/>
        </p:nvSpPr>
        <p:spPr>
          <a:xfrm>
            <a:off x="8150941" y="2074306"/>
            <a:ext cx="227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Proper input:</a:t>
            </a:r>
          </a:p>
        </p:txBody>
      </p:sp>
    </p:spTree>
    <p:extLst>
      <p:ext uri="{BB962C8B-B14F-4D97-AF65-F5344CB8AC3E}">
        <p14:creationId xmlns:p14="http://schemas.microsoft.com/office/powerpoint/2010/main" val="27933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A7A72-408C-D69E-8C34-D7F42AD7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50" y="615883"/>
            <a:ext cx="1839723" cy="570271"/>
          </a:xfrm>
        </p:spPr>
        <p:txBody>
          <a:bodyPr>
            <a:normAutofit fontScale="90000"/>
          </a:bodyPr>
          <a:lstStyle/>
          <a:p>
            <a:r>
              <a:rPr lang="en-US" dirty="0"/>
              <a:t>slice_2d: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B3B4D-8D37-E1B5-0550-7ABCF54B1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39" y="575243"/>
            <a:ext cx="4542504" cy="797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function that makes taking a slice from a high dimensional model easier (Base 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3D677-47DE-15D4-37BD-4908DDAE5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50" y="2387365"/>
            <a:ext cx="5162857" cy="12426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5658CC6B-1ACD-0D0E-E1FB-0112E59F9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03" r="4330" b="2900"/>
          <a:stretch>
            <a:fillRect/>
          </a:stretch>
        </p:blipFill>
        <p:spPr>
          <a:xfrm>
            <a:off x="529849" y="3803220"/>
            <a:ext cx="5162857" cy="2997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0D78F7-2623-291C-A81C-5051A34470A6}"/>
              </a:ext>
            </a:extLst>
          </p:cNvPr>
          <p:cNvSpPr txBox="1"/>
          <p:nvPr/>
        </p:nvSpPr>
        <p:spPr>
          <a:xfrm>
            <a:off x="2479040" y="1666240"/>
            <a:ext cx="1465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Before: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F22417-B977-1E9A-F31E-69FEC3E8A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948" y="2620459"/>
            <a:ext cx="4163006" cy="4572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AEA8E3BB-F2B1-629F-1818-71BE60CA74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0" r="4822"/>
          <a:stretch>
            <a:fillRect/>
          </a:stretch>
        </p:blipFill>
        <p:spPr>
          <a:xfrm>
            <a:off x="6347821" y="3803220"/>
            <a:ext cx="4953260" cy="29510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5B4BDB-A32C-A769-F757-D2059FDC2F44}"/>
              </a:ext>
            </a:extLst>
          </p:cNvPr>
          <p:cNvSpPr txBox="1"/>
          <p:nvPr/>
        </p:nvSpPr>
        <p:spPr>
          <a:xfrm>
            <a:off x="8091948" y="1666240"/>
            <a:ext cx="1465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After:</a:t>
            </a:r>
          </a:p>
        </p:txBody>
      </p:sp>
    </p:spTree>
    <p:extLst>
      <p:ext uri="{BB962C8B-B14F-4D97-AF65-F5344CB8AC3E}">
        <p14:creationId xmlns:p14="http://schemas.microsoft.com/office/powerpoint/2010/main" val="303770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7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8" name="Isosceles Triangle 127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9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0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1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2" name="Isosceles Triangle 131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Isosceles Triangle 132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90" name="Picture 89">
            <a:extLst>
              <a:ext uri="{FF2B5EF4-FFF2-40B4-BE49-F238E27FC236}">
                <a16:creationId xmlns:a16="http://schemas.microsoft.com/office/drawing/2014/main" id="{EB2EC008-5AF9-0696-A16F-CCD1EF04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6" r="1" b="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844BA24-3843-CE5E-9B49-CF5EA500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/>
              <a:t>geom_slice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7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8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9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0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1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2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0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DC32D6-4304-2000-5687-A778ED9A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Simple Idea to Deep Dive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C37823-9961-AF2E-51D0-95F44AAF1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094272"/>
            <a:ext cx="5988937" cy="3519947"/>
          </a:xfrm>
        </p:spPr>
        <p:txBody>
          <a:bodyPr/>
          <a:lstStyle/>
          <a:p>
            <a:r>
              <a:rPr lang="en-US" sz="2400" dirty="0"/>
              <a:t>Initial goal: recreate the function of slice_2d in </a:t>
            </a:r>
            <a:r>
              <a:rPr lang="en-US" sz="2400" dirty="0" err="1"/>
              <a:t>ggplot</a:t>
            </a:r>
            <a:endParaRPr lang="en-US" sz="2400" dirty="0"/>
          </a:p>
          <a:p>
            <a:endParaRPr lang="en-US" dirty="0"/>
          </a:p>
          <a:p>
            <a:pPr marL="0" indent="0">
              <a:buNone/>
            </a:pPr>
            <a:r>
              <a:rPr lang="en-US" sz="4400" dirty="0">
                <a:solidFill>
                  <a:schemeClr val="accent2"/>
                </a:solidFill>
              </a:rPr>
              <a:t>“This should be easy”</a:t>
            </a:r>
          </a:p>
          <a:p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 deep dive into the innerworkings of </a:t>
            </a:r>
            <a:r>
              <a:rPr lang="en-US" sz="2400" dirty="0" err="1">
                <a:solidFill>
                  <a:schemeClr val="tx2"/>
                </a:solidFill>
              </a:rPr>
              <a:t>ggplot</a:t>
            </a:r>
            <a:r>
              <a:rPr lang="en-US" sz="2400" dirty="0">
                <a:solidFill>
                  <a:schemeClr val="tx2"/>
                </a:solidFill>
              </a:rPr>
              <a:t> would be necessary</a:t>
            </a:r>
            <a:endParaRPr lang="en-US" sz="3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4" name="Picture 6" descr="GitHub - erikgahner/awesome-ggplot2: A curated list of awesome ggplot2  tutorials, packages etc.">
            <a:extLst>
              <a:ext uri="{FF2B5EF4-FFF2-40B4-BE49-F238E27FC236}">
                <a16:creationId xmlns:a16="http://schemas.microsoft.com/office/drawing/2014/main" id="{33E72BC7-D55E-969E-4773-32AA66CE7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652" y="1558972"/>
            <a:ext cx="3760554" cy="4342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77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2A15-8D29-9761-320A-6B5DD230E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</a:t>
            </a:r>
            <a:r>
              <a:rPr lang="en-US" dirty="0" err="1"/>
              <a:t>ggplot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852C6-980F-F695-D180-A76604937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9947"/>
            <a:ext cx="7099979" cy="4481416"/>
          </a:xfrm>
        </p:spPr>
        <p:txBody>
          <a:bodyPr>
            <a:normAutofit/>
          </a:bodyPr>
          <a:lstStyle/>
          <a:p>
            <a:r>
              <a:rPr lang="en-US" sz="2400" dirty="0"/>
              <a:t>Connected with Hadley Wickham and other prominent figures at Posit</a:t>
            </a:r>
          </a:p>
          <a:p>
            <a:pPr marL="0" indent="0">
              <a:buNone/>
            </a:pPr>
            <a:r>
              <a:rPr lang="en-US" sz="4800" dirty="0" err="1">
                <a:solidFill>
                  <a:schemeClr val="accent2"/>
                </a:solidFill>
              </a:rPr>
              <a:t>ggproto</a:t>
            </a:r>
            <a:endParaRPr lang="en-US" sz="2400" dirty="0">
              <a:solidFill>
                <a:schemeClr val="accent2"/>
              </a:solidFill>
            </a:endParaRPr>
          </a:p>
          <a:p>
            <a:pPr lvl="1"/>
            <a:r>
              <a:rPr lang="en-US" sz="2200" dirty="0"/>
              <a:t>An objected-oriented system</a:t>
            </a:r>
          </a:p>
          <a:p>
            <a:pPr lvl="1"/>
            <a:r>
              <a:rPr lang="en-US" sz="2200" dirty="0"/>
              <a:t>“Powers” </a:t>
            </a:r>
            <a:r>
              <a:rPr lang="en-US" sz="2200" dirty="0" err="1"/>
              <a:t>ggplot</a:t>
            </a:r>
            <a:endParaRPr lang="en-US" sz="2200" dirty="0"/>
          </a:p>
          <a:p>
            <a:pPr lvl="1"/>
            <a:r>
              <a:rPr lang="en-US" sz="2200" dirty="0"/>
              <a:t>Forms environments for formatting data</a:t>
            </a:r>
          </a:p>
          <a:p>
            <a:pPr lvl="1"/>
            <a:r>
              <a:rPr lang="en-US" sz="2200" dirty="0"/>
              <a:t>Uses functions like </a:t>
            </a:r>
            <a:r>
              <a:rPr lang="en-US" sz="2200" dirty="0" err="1"/>
              <a:t>compute_group</a:t>
            </a:r>
            <a:r>
              <a:rPr lang="en-US" sz="2200" dirty="0"/>
              <a:t>, </a:t>
            </a:r>
            <a:r>
              <a:rPr lang="en-US" sz="2200" dirty="0" err="1"/>
              <a:t>compute_panel</a:t>
            </a:r>
            <a:r>
              <a:rPr lang="en-US" sz="2200" dirty="0"/>
              <a:t>, and </a:t>
            </a:r>
            <a:r>
              <a:rPr lang="en-US" sz="2200" dirty="0" err="1"/>
              <a:t>compute_layer</a:t>
            </a:r>
            <a:endParaRPr lang="en-US" sz="2200" dirty="0"/>
          </a:p>
        </p:txBody>
      </p:sp>
      <p:pic>
        <p:nvPicPr>
          <p:cNvPr id="2050" name="Picture 2" descr="Profile photo of Hadley Wickham">
            <a:extLst>
              <a:ext uri="{FF2B5EF4-FFF2-40B4-BE49-F238E27FC236}">
                <a16:creationId xmlns:a16="http://schemas.microsoft.com/office/drawing/2014/main" id="{13DC7B96-5177-7931-C903-A30BAD5DE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854" y="2470949"/>
            <a:ext cx="2192594" cy="2192594"/>
          </a:xfrm>
          <a:prstGeom prst="ellips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osit | The Open-Source Data Science Company">
            <a:extLst>
              <a:ext uri="{FF2B5EF4-FFF2-40B4-BE49-F238E27FC236}">
                <a16:creationId xmlns:a16="http://schemas.microsoft.com/office/drawing/2014/main" id="{89629CA4-7F4B-D9A3-FBF8-75E47B323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314" y="173702"/>
            <a:ext cx="4176371" cy="2192595"/>
          </a:xfrm>
          <a:prstGeom prst="ellips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Layers Design outline">
            <a:extLst>
              <a:ext uri="{FF2B5EF4-FFF2-40B4-BE49-F238E27FC236}">
                <a16:creationId xmlns:a16="http://schemas.microsoft.com/office/drawing/2014/main" id="{735F315F-CFE6-CD4E-1FBA-8385E67CB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0355" y="4246001"/>
            <a:ext cx="2718619" cy="271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A221-E9D5-8804-8ACE-9837D12D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86" y="172720"/>
            <a:ext cx="4664094" cy="833120"/>
          </a:xfrm>
        </p:spPr>
        <p:txBody>
          <a:bodyPr/>
          <a:lstStyle/>
          <a:p>
            <a:r>
              <a:rPr lang="en-US" dirty="0"/>
              <a:t>A Working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3914E-750C-C31F-10AA-2177A4F5A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01" y="1597519"/>
            <a:ext cx="5107552" cy="1524546"/>
          </a:xfrm>
          <a:prstGeom prst="rect">
            <a:avLst/>
          </a:prstGeom>
        </p:spPr>
      </p:pic>
      <p:pic>
        <p:nvPicPr>
          <p:cNvPr id="7" name="Picture 6" descr="A graph with black dots and a blue line&#10;&#10;AI-generated content may be incorrect.">
            <a:extLst>
              <a:ext uri="{FF2B5EF4-FFF2-40B4-BE49-F238E27FC236}">
                <a16:creationId xmlns:a16="http://schemas.microsoft.com/office/drawing/2014/main" id="{749C530B-9743-AE96-C36A-361D12C92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18" y="3326734"/>
            <a:ext cx="4771230" cy="3354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5F580D-D9DB-34CA-E784-86CA0641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099" y="1659607"/>
            <a:ext cx="6108500" cy="1462458"/>
          </a:xfrm>
          <a:prstGeom prst="rect">
            <a:avLst/>
          </a:prstGeom>
        </p:spPr>
      </p:pic>
      <p:pic>
        <p:nvPicPr>
          <p:cNvPr id="11" name="Picture 10" descr="A graph with black dots and a blue line&#10;&#10;AI-generated content may be incorrect.">
            <a:extLst>
              <a:ext uri="{FF2B5EF4-FFF2-40B4-BE49-F238E27FC236}">
                <a16:creationId xmlns:a16="http://schemas.microsoft.com/office/drawing/2014/main" id="{8FFDF7DF-3243-3B41-5B83-8BFF3C6056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26734"/>
            <a:ext cx="4905221" cy="3449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4347EB-0316-DF05-E891-25035DEA969B}"/>
              </a:ext>
            </a:extLst>
          </p:cNvPr>
          <p:cNvSpPr txBox="1"/>
          <p:nvPr/>
        </p:nvSpPr>
        <p:spPr>
          <a:xfrm>
            <a:off x="2199313" y="1023518"/>
            <a:ext cx="105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3603B4-EF37-C7C4-40A1-A03ADFC2471E}"/>
              </a:ext>
            </a:extLst>
          </p:cNvPr>
          <p:cNvSpPr txBox="1"/>
          <p:nvPr/>
        </p:nvSpPr>
        <p:spPr>
          <a:xfrm>
            <a:off x="8400469" y="1005840"/>
            <a:ext cx="87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After:</a:t>
            </a:r>
          </a:p>
        </p:txBody>
      </p:sp>
    </p:spTree>
    <p:extLst>
      <p:ext uri="{BB962C8B-B14F-4D97-AF65-F5344CB8AC3E}">
        <p14:creationId xmlns:p14="http://schemas.microsoft.com/office/powerpoint/2010/main" val="150267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-1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DFE589-EAD8-E3CA-F636-9FCCF7E2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4" y="854529"/>
            <a:ext cx="5799665" cy="5148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WORKTIME</a:t>
            </a:r>
          </a:p>
        </p:txBody>
      </p:sp>
    </p:spTree>
    <p:extLst>
      <p:ext uri="{BB962C8B-B14F-4D97-AF65-F5344CB8AC3E}">
        <p14:creationId xmlns:p14="http://schemas.microsoft.com/office/powerpoint/2010/main" val="2231050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2C957C8-7580-0B28-F781-FBD1B934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711024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Predicted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A7DA7DA-DD8B-BD3B-BF74-03C6DCC1A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5" y="848409"/>
            <a:ext cx="12185649" cy="41126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18729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7AC7DE-0524-413D-C7E1-053D7319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553712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Actual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56C968-E482-6CA3-4EF1-DD3F548FD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545" y="1047043"/>
            <a:ext cx="12206377" cy="38448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83187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B24456-099D-58E4-22A4-78F2D2FCF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Recognitions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B39C60C5-03E3-0418-B6AB-B04E35800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440942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668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0B4B88-5645-8E73-D320-54489516D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4855" y="3428999"/>
            <a:ext cx="3497565" cy="834993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THANKS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A330523-F25B-4007-B3E5-ABB5637D1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3B3710-32BD-3B13-D413-40CAB26BE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1947" y="1261330"/>
            <a:ext cx="3754010" cy="433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338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1417</TotalTime>
  <Words>334</Words>
  <Application>Microsoft Office PowerPoint</Application>
  <PresentationFormat>Widescreen</PresentationFormat>
  <Paragraphs>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R Helper Package for  Applied Linear Regression</vt:lpstr>
      <vt:lpstr>Purpose</vt:lpstr>
      <vt:lpstr>FUNCTIONS</vt:lpstr>
      <vt:lpstr>theme_lc:</vt:lpstr>
      <vt:lpstr>lm_equation and lm_latex</vt:lpstr>
      <vt:lpstr>scatter_3d:</vt:lpstr>
      <vt:lpstr>draw_it:</vt:lpstr>
      <vt:lpstr>slice_2d:</vt:lpstr>
      <vt:lpstr>geom_slice</vt:lpstr>
      <vt:lpstr>From Simple Idea to Deep Dive</vt:lpstr>
      <vt:lpstr>Understanding ggplot</vt:lpstr>
      <vt:lpstr>A Working Function</vt:lpstr>
      <vt:lpstr>WORKTIME</vt:lpstr>
      <vt:lpstr>Predicted</vt:lpstr>
      <vt:lpstr>Actual</vt:lpstr>
      <vt:lpstr>Recognitions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McClellan</dc:creator>
  <cp:lastModifiedBy>Cameron McClellan</cp:lastModifiedBy>
  <cp:revision>1</cp:revision>
  <dcterms:created xsi:type="dcterms:W3CDTF">2025-07-11T00:49:28Z</dcterms:created>
  <dcterms:modified xsi:type="dcterms:W3CDTF">2025-07-17T19:40:56Z</dcterms:modified>
</cp:coreProperties>
</file>